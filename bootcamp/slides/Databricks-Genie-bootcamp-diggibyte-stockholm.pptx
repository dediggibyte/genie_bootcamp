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805" r:id="rId1"/>
  </p:sldMasterIdLst>
  <p:notesMasterIdLst>
    <p:notesMasterId r:id="rId24"/>
  </p:notesMasterIdLst>
  <p:sldIdLst>
    <p:sldId id="333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</p:sldIdLst>
  <p:sldSz cx="12192000" cy="6858000"/>
  <p:notesSz cx="6858000" cy="9144000"/>
  <p:embeddedFontLst>
    <p:embeddedFont>
      <p:font typeface="DM Mono" panose="020B0509040201040103" pitchFamily="49" charset="77"/>
      <p:regular r:id="rId25"/>
      <p:italic r:id="rId26"/>
    </p:embeddedFont>
    <p:embeddedFont>
      <p:font typeface="DM Mono Medium" panose="020B0609040201040103" pitchFamily="49" charset="77"/>
      <p:regular r:id="rId27"/>
      <p:italic r:id="rId28"/>
    </p:embeddedFont>
    <p:embeddedFont>
      <p:font typeface="DM Sans" pitchFamily="2" charset="77"/>
      <p:regular r:id="rId29"/>
      <p:bold r:id="rId30"/>
      <p:italic r:id="rId31"/>
      <p:boldItalic r:id="rId32"/>
    </p:embeddedFont>
    <p:embeddedFont>
      <p:font typeface="DM Sans Black" pitchFamily="2" charset="77"/>
      <p:regular r:id="rId33"/>
      <p:bold r:id="rId34"/>
      <p:italic r:id="rId35"/>
      <p:boldItalic r:id="rId36"/>
    </p:embeddedFont>
    <p:embeddedFont>
      <p:font typeface="DM Sans Medium" pitchFamily="2" charset="77"/>
      <p:regular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61"/>
    <p:restoredTop sz="94677"/>
  </p:normalViewPr>
  <p:slideViewPr>
    <p:cSldViewPr snapToGrid="0">
      <p:cViewPr>
        <p:scale>
          <a:sx n="180" d="100"/>
          <a:sy n="180" d="100"/>
        </p:scale>
        <p:origin x="2344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E - Blank">
  <p:cSld name="CUSTOM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Content A - Basic">
  <p:cSld name="7 Content A - Basic"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>
            <a:spLocks noGrp="1"/>
          </p:cNvSpPr>
          <p:nvPr>
            <p:ph type="title"/>
          </p:nvPr>
        </p:nvSpPr>
        <p:spPr>
          <a:xfrm>
            <a:off x="749448" y="535597"/>
            <a:ext cx="106620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sz="400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260" name="Google Shape;260;p40"/>
          <p:cNvSpPr txBox="1">
            <a:spLocks noGrp="1"/>
          </p:cNvSpPr>
          <p:nvPr>
            <p:ph type="body" idx="1"/>
          </p:nvPr>
        </p:nvSpPr>
        <p:spPr>
          <a:xfrm>
            <a:off x="762015" y="1988833"/>
            <a:ext cx="10662000" cy="41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Char char="•"/>
              <a:defRPr sz="2400" i="0" u="none" strike="noStrike" cap="none"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sz="2000" i="0" u="none" strike="noStrike" cap="none"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sz="1600" i="0" u="none" strike="noStrike" cap="none"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sz="1600" i="0" u="none" strike="noStrike" cap="none"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sz="1600" i="0" u="none" strike="noStrike" cap="none"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sz="1600" i="0" u="none" strike="noStrike" cap="none"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sz="1600" i="0" u="none" strike="noStrike" cap="none"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sz="1600" i="0" u="none" strike="noStrike" cap="none"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sz="1600" i="0" u="none" strike="noStrike" cap="none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61" name="Google Shape;261;p40"/>
          <p:cNvSpPr txBox="1">
            <a:spLocks noGrp="1"/>
          </p:cNvSpPr>
          <p:nvPr>
            <p:ph type="sldNum" idx="12"/>
          </p:nvPr>
        </p:nvSpPr>
        <p:spPr>
          <a:xfrm>
            <a:off x="11639907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40"/>
          <p:cNvSpPr txBox="1">
            <a:spLocks noGrp="1"/>
          </p:cNvSpPr>
          <p:nvPr>
            <p:ph type="body" idx="2"/>
          </p:nvPr>
        </p:nvSpPr>
        <p:spPr>
          <a:xfrm>
            <a:off x="748679" y="1174703"/>
            <a:ext cx="10662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itle Slide B - Light 3 1">
  <p:cSld name="3 Title Slide B - Light 2_1_2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78" title="Oat-Slide-Animation-Resized.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71695" y="0"/>
            <a:ext cx="4570828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78"/>
          <p:cNvSpPr txBox="1">
            <a:spLocks noGrp="1"/>
          </p:cNvSpPr>
          <p:nvPr>
            <p:ph type="ctrTitle"/>
          </p:nvPr>
        </p:nvSpPr>
        <p:spPr>
          <a:xfrm>
            <a:off x="762005" y="1186975"/>
            <a:ext cx="61725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78"/>
          <p:cNvSpPr txBox="1">
            <a:spLocks noGrp="1"/>
          </p:cNvSpPr>
          <p:nvPr>
            <p:ph type="subTitle" idx="1"/>
          </p:nvPr>
        </p:nvSpPr>
        <p:spPr>
          <a:xfrm>
            <a:off x="762015" y="3835400"/>
            <a:ext cx="61716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40" name="Google Shape;540;p78"/>
          <p:cNvCxnSpPr/>
          <p:nvPr/>
        </p:nvCxnSpPr>
        <p:spPr>
          <a:xfrm>
            <a:off x="762015" y="5617267"/>
            <a:ext cx="560400" cy="0"/>
          </a:xfrm>
          <a:prstGeom prst="straightConnector1">
            <a:avLst/>
          </a:prstGeom>
          <a:noFill/>
          <a:ln w="38100" cap="flat" cmpd="sng">
            <a:solidFill>
              <a:srgbClr val="FF695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1" name="Google Shape;541;p78"/>
          <p:cNvSpPr txBox="1">
            <a:spLocks noGrp="1"/>
          </p:cNvSpPr>
          <p:nvPr>
            <p:ph type="subTitle" idx="2"/>
          </p:nvPr>
        </p:nvSpPr>
        <p:spPr>
          <a:xfrm>
            <a:off x="762015" y="5756000"/>
            <a:ext cx="5263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>
            <a:spLocks noGrp="1"/>
          </p:cNvSpPr>
          <p:nvPr>
            <p:ph type="title"/>
          </p:nvPr>
        </p:nvSpPr>
        <p:spPr>
          <a:xfrm>
            <a:off x="749448" y="535597"/>
            <a:ext cx="106620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"/>
              <a:buNone/>
              <a:defRPr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900" b="1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900" b="1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900" b="1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900" b="1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900" b="1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900" b="1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900" b="1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900" b="1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38"/>
          <p:cNvSpPr txBox="1">
            <a:spLocks noGrp="1"/>
          </p:cNvSpPr>
          <p:nvPr>
            <p:ph type="body" idx="1"/>
          </p:nvPr>
        </p:nvSpPr>
        <p:spPr>
          <a:xfrm>
            <a:off x="762015" y="1825633"/>
            <a:ext cx="10592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DM Sans"/>
              <a:buChar char="•"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DM Sans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9" name="Google Shape;239;p38"/>
          <p:cNvSpPr txBox="1">
            <a:spLocks noGrp="1"/>
          </p:cNvSpPr>
          <p:nvPr>
            <p:ph type="sldNum" idx="12"/>
          </p:nvPr>
        </p:nvSpPr>
        <p:spPr>
          <a:xfrm>
            <a:off x="11639907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0" name="Google Shape;240;p38"/>
          <p:cNvGrpSpPr/>
          <p:nvPr/>
        </p:nvGrpSpPr>
        <p:grpSpPr>
          <a:xfrm>
            <a:off x="12406563" y="-43986"/>
            <a:ext cx="1441032" cy="5240746"/>
            <a:chOff x="12402842" y="-43986"/>
            <a:chExt cx="1440600" cy="5240746"/>
          </a:xfrm>
        </p:grpSpPr>
        <p:sp>
          <p:nvSpPr>
            <p:cNvPr id="241" name="Google Shape;241;p38"/>
            <p:cNvSpPr/>
            <p:nvPr/>
          </p:nvSpPr>
          <p:spPr>
            <a:xfrm>
              <a:off x="12402842" y="263791"/>
              <a:ext cx="577800" cy="577800"/>
            </a:xfrm>
            <a:prstGeom prst="rect">
              <a:avLst/>
            </a:prstGeom>
            <a:solidFill>
              <a:srgbClr val="FF362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Lava </a:t>
              </a: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600 - Primary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#FF3621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 ,54, 33)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M91, Y93, K0</a:t>
              </a:r>
              <a:endParaRPr sz="400" b="0" i="0" u="none" strike="noStrike" cap="non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2" name="Google Shape;242;p38"/>
            <p:cNvSpPr/>
            <p:nvPr/>
          </p:nvSpPr>
          <p:spPr>
            <a:xfrm>
              <a:off x="12402842" y="875818"/>
              <a:ext cx="577800" cy="577800"/>
            </a:xfrm>
            <a:prstGeom prst="rect">
              <a:avLst/>
            </a:prstGeom>
            <a:solidFill>
              <a:srgbClr val="1B3139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Navy 800 - Primary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#1B3139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(27, 49, 57)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M65, Y57, K56</a:t>
              </a:r>
              <a:endParaRPr sz="400" b="0" i="0" u="none" strike="noStrike" cap="non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3" name="Google Shape;243;p38"/>
            <p:cNvSpPr/>
            <p:nvPr/>
          </p:nvSpPr>
          <p:spPr>
            <a:xfrm>
              <a:off x="12402842" y="2777735"/>
              <a:ext cx="577800" cy="577800"/>
            </a:xfrm>
            <a:prstGeom prst="rect">
              <a:avLst/>
            </a:prstGeom>
            <a:solidFill>
              <a:srgbClr val="98102A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Maroon 600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#98102A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(152, 16, 42)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C26, M100, Y84, K24</a:t>
              </a:r>
              <a:endParaRPr sz="400" b="0" i="0" u="none" strike="noStrike" cap="non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4" name="Google Shape;244;p38"/>
            <p:cNvSpPr/>
            <p:nvPr/>
          </p:nvSpPr>
          <p:spPr>
            <a:xfrm>
              <a:off x="12402842" y="3391477"/>
              <a:ext cx="577800" cy="577800"/>
            </a:xfrm>
            <a:prstGeom prst="rect">
              <a:avLst/>
            </a:prstGeom>
            <a:solidFill>
              <a:srgbClr val="FFAB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Yellow 600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#FFAB00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(255, 171, 0)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M38, Y100, K0</a:t>
              </a:r>
              <a:endParaRPr sz="400" b="0" i="0" u="none" strike="noStrike" cap="non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5" name="Google Shape;245;p38"/>
            <p:cNvSpPr/>
            <p:nvPr/>
          </p:nvSpPr>
          <p:spPr>
            <a:xfrm>
              <a:off x="12402842" y="4005218"/>
              <a:ext cx="577800" cy="577800"/>
            </a:xfrm>
            <a:prstGeom prst="rect">
              <a:avLst/>
            </a:prstGeom>
            <a:solidFill>
              <a:srgbClr val="00A97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Green 600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#00A972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(0, 169, 114)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C81, M6, Y74, K0</a:t>
              </a:r>
              <a:endParaRPr sz="400" b="0" i="0" u="none" strike="noStrike" cap="non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6" name="Google Shape;246;p38"/>
            <p:cNvSpPr/>
            <p:nvPr/>
          </p:nvSpPr>
          <p:spPr>
            <a:xfrm>
              <a:off x="12402842" y="4618960"/>
              <a:ext cx="577800" cy="577800"/>
            </a:xfrm>
            <a:prstGeom prst="rect">
              <a:avLst/>
            </a:prstGeom>
            <a:solidFill>
              <a:srgbClr val="2272B4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Blue 600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#2272B4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(34, 114,1 80)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M52, Y4, K0</a:t>
              </a:r>
              <a:endParaRPr sz="400" b="0" i="0" u="none" strike="noStrike" cap="non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7" name="Google Shape;247;p38"/>
            <p:cNvSpPr/>
            <p:nvPr/>
          </p:nvSpPr>
          <p:spPr>
            <a:xfrm>
              <a:off x="13021430" y="2777735"/>
              <a:ext cx="577800" cy="577800"/>
            </a:xfrm>
            <a:prstGeom prst="rect">
              <a:avLst/>
            </a:prstGeom>
            <a:solidFill>
              <a:srgbClr val="303F47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- Navigation</a:t>
              </a:r>
              <a:endParaRPr sz="400" b="0" i="0" u="none" strike="noStrike" cap="non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#303F47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(48, 63, 71)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C79, M62, Y54, K44</a:t>
              </a:r>
              <a:endParaRPr/>
            </a:p>
          </p:txBody>
        </p:sp>
        <p:sp>
          <p:nvSpPr>
            <p:cNvPr id="248" name="Google Shape;248;p38"/>
            <p:cNvSpPr/>
            <p:nvPr/>
          </p:nvSpPr>
          <p:spPr>
            <a:xfrm>
              <a:off x="13021430" y="3391477"/>
              <a:ext cx="577800" cy="577800"/>
            </a:xfrm>
            <a:prstGeom prst="rect">
              <a:avLst/>
            </a:prstGeom>
            <a:solidFill>
              <a:srgbClr val="5A6F77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– Text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#5A6F77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(90, 111, 119)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C68, M47, Y44, K14</a:t>
              </a:r>
              <a:endParaRPr sz="400" b="0" i="0" u="none" strike="noStrike" cap="non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9" name="Google Shape;249;p38"/>
            <p:cNvSpPr/>
            <p:nvPr/>
          </p:nvSpPr>
          <p:spPr>
            <a:xfrm>
              <a:off x="13021430" y="4005218"/>
              <a:ext cx="577800" cy="577800"/>
            </a:xfrm>
            <a:prstGeom prst="rect">
              <a:avLst/>
            </a:prstGeom>
            <a:solidFill>
              <a:srgbClr val="DCE0E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– Lines</a:t>
              </a:r>
              <a:endParaRPr sz="400" b="0" i="0" u="none" strike="noStrike" cap="non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#DCE0E2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(220, 224, 226)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C12, M7, Y8, K0</a:t>
              </a:r>
              <a:endParaRPr sz="400" b="0" i="0" u="none" strike="noStrike" cap="non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50" name="Google Shape;250;p38"/>
            <p:cNvSpPr txBox="1"/>
            <p:nvPr/>
          </p:nvSpPr>
          <p:spPr>
            <a:xfrm>
              <a:off x="12402842" y="-43986"/>
              <a:ext cx="1217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Primary palette</a:t>
              </a:r>
              <a:endParaRPr/>
            </a:p>
          </p:txBody>
        </p:sp>
        <p:sp>
          <p:nvSpPr>
            <p:cNvPr id="251" name="Google Shape;251;p38"/>
            <p:cNvSpPr txBox="1"/>
            <p:nvPr/>
          </p:nvSpPr>
          <p:spPr>
            <a:xfrm>
              <a:off x="12402842" y="2469957"/>
              <a:ext cx="1440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Secondary palette</a:t>
              </a:r>
              <a:endParaRPr/>
            </a:p>
          </p:txBody>
        </p:sp>
        <p:sp>
          <p:nvSpPr>
            <p:cNvPr id="252" name="Google Shape;252;p38"/>
            <p:cNvSpPr/>
            <p:nvPr/>
          </p:nvSpPr>
          <p:spPr>
            <a:xfrm>
              <a:off x="12402855" y="1487850"/>
              <a:ext cx="577800" cy="577800"/>
            </a:xfrm>
            <a:prstGeom prst="rect">
              <a:avLst/>
            </a:prstGeom>
            <a:solidFill>
              <a:srgbClr val="EEEDE9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Oat Medium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#EEEDE9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(238, 237, 233)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C6, M4, Y6, K0</a:t>
              </a:r>
              <a:endParaRPr sz="400" b="0" i="0" u="none" strike="noStrike" cap="non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53" name="Google Shape;253;p38"/>
            <p:cNvSpPr/>
            <p:nvPr/>
          </p:nvSpPr>
          <p:spPr>
            <a:xfrm>
              <a:off x="13021430" y="1489567"/>
              <a:ext cx="577800" cy="577800"/>
            </a:xfrm>
            <a:prstGeom prst="rect">
              <a:avLst/>
            </a:prstGeom>
            <a:solidFill>
              <a:srgbClr val="F9F7F4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Oat Light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#F9F7F4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(249</a:t>
              </a:r>
              <a:r>
                <a:rPr lang="en-US" sz="400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 </a:t>
              </a: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,247, 244)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C1, M2, Y2, K0</a:t>
              </a:r>
              <a:endParaRPr/>
            </a:p>
          </p:txBody>
        </p:sp>
        <p:sp>
          <p:nvSpPr>
            <p:cNvPr id="254" name="Google Shape;254;p38"/>
            <p:cNvSpPr/>
            <p:nvPr/>
          </p:nvSpPr>
          <p:spPr>
            <a:xfrm>
              <a:off x="13021417" y="263791"/>
              <a:ext cx="577800" cy="577800"/>
            </a:xfrm>
            <a:prstGeom prst="rect">
              <a:avLst/>
            </a:prstGeom>
            <a:solidFill>
              <a:srgbClr val="FF5F46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Lava 5</a:t>
              </a: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00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#FF5F46</a:t>
              </a:r>
              <a:endParaRPr sz="400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(255, 95, 70)</a:t>
              </a:r>
              <a:endParaRPr sz="400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M78, Y79, K0</a:t>
              </a:r>
              <a:endParaRPr sz="400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55" name="Google Shape;255;p38"/>
            <p:cNvSpPr/>
            <p:nvPr/>
          </p:nvSpPr>
          <p:spPr>
            <a:xfrm>
              <a:off x="13021430" y="875818"/>
              <a:ext cx="577800" cy="577800"/>
            </a:xfrm>
            <a:prstGeom prst="rect">
              <a:avLst/>
            </a:prstGeom>
            <a:solidFill>
              <a:srgbClr val="0B2026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Navy </a:t>
              </a: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900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</a:t>
              </a: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0B2026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</a:t>
              </a: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11</a:t>
              </a: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 </a:t>
              </a: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32</a:t>
              </a: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 </a:t>
              </a: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38)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M6</a:t>
              </a: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</a:t>
              </a: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 Y</a:t>
              </a: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61, </a:t>
              </a:r>
              <a:r>
                <a:rPr lang="en-US" sz="400" b="0" i="0" u="none" strike="noStrike" cap="non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K</a:t>
              </a:r>
              <a:r>
                <a:rPr lang="en-US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71</a:t>
              </a:r>
              <a:endParaRPr sz="400" b="0" i="0" u="none" strike="noStrike" cap="non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723" r:id="rId3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EA4335"/>
          </p15:clr>
        </p15:guide>
        <p15:guide id="2" pos="480">
          <p15:clr>
            <a:srgbClr val="EA4335"/>
          </p15:clr>
        </p15:guide>
        <p15:guide id="3" pos="960">
          <p15:clr>
            <a:srgbClr val="EA4335"/>
          </p15:clr>
        </p15:guide>
        <p15:guide id="4" pos="1056">
          <p15:clr>
            <a:srgbClr val="EA4335"/>
          </p15:clr>
        </p15:guide>
        <p15:guide id="5" pos="1518">
          <p15:clr>
            <a:srgbClr val="EA4335"/>
          </p15:clr>
        </p15:guide>
        <p15:guide id="6" pos="1614">
          <p15:clr>
            <a:srgbClr val="EA4335"/>
          </p15:clr>
        </p15:guide>
        <p15:guide id="7" pos="2092">
          <p15:clr>
            <a:srgbClr val="EA4335"/>
          </p15:clr>
        </p15:guide>
        <p15:guide id="8" pos="2186">
          <p15:clr>
            <a:srgbClr val="EA4335"/>
          </p15:clr>
        </p15:guide>
        <p15:guide id="9" pos="2652">
          <p15:clr>
            <a:srgbClr val="EA4335"/>
          </p15:clr>
        </p15:guide>
        <p15:guide id="10" pos="2756">
          <p15:clr>
            <a:srgbClr val="EA4335"/>
          </p15:clr>
        </p15:guide>
        <p15:guide id="11" pos="3224">
          <p15:clr>
            <a:srgbClr val="EA4335"/>
          </p15:clr>
        </p15:guide>
        <p15:guide id="12" pos="3327">
          <p15:clr>
            <a:srgbClr val="EA4335"/>
          </p15:clr>
        </p15:guide>
        <p15:guide id="13" pos="3796">
          <p15:clr>
            <a:srgbClr val="EA4335"/>
          </p15:clr>
        </p15:guide>
        <p15:guide id="14" pos="3884">
          <p15:clr>
            <a:srgbClr val="EA4335"/>
          </p15:clr>
        </p15:guide>
        <p15:guide id="15" pos="4368">
          <p15:clr>
            <a:srgbClr val="EA4335"/>
          </p15:clr>
        </p15:guide>
        <p15:guide id="16" pos="4456">
          <p15:clr>
            <a:srgbClr val="EA4335"/>
          </p15:clr>
        </p15:guide>
        <p15:guide id="17" pos="4924">
          <p15:clr>
            <a:srgbClr val="EA4335"/>
          </p15:clr>
        </p15:guide>
        <p15:guide id="18" pos="5028">
          <p15:clr>
            <a:srgbClr val="EA4335"/>
          </p15:clr>
        </p15:guide>
        <p15:guide id="19" pos="5494">
          <p15:clr>
            <a:srgbClr val="EA4335"/>
          </p15:clr>
        </p15:guide>
        <p15:guide id="20" pos="5588">
          <p15:clr>
            <a:srgbClr val="EA4335"/>
          </p15:clr>
        </p15:guide>
        <p15:guide id="21" pos="6066">
          <p15:clr>
            <a:srgbClr val="EA4335"/>
          </p15:clr>
        </p15:guide>
        <p15:guide id="22" pos="6163">
          <p15:clr>
            <a:srgbClr val="EA4335"/>
          </p15:clr>
        </p15:guide>
        <p15:guide id="23" pos="6624">
          <p15:clr>
            <a:srgbClr val="EA4335"/>
          </p15:clr>
        </p15:guide>
        <p15:guide id="24" pos="6720">
          <p15:clr>
            <a:srgbClr val="EA4335"/>
          </p15:clr>
        </p15:guide>
        <p15:guide id="25" pos="7200">
          <p15:clr>
            <a:srgbClr val="EA4335"/>
          </p15:clr>
        </p15:guide>
        <p15:guide id="26" pos="7296">
          <p15:clr>
            <a:srgbClr val="EA4335"/>
          </p15:clr>
        </p15:guide>
        <p15:guide id="27" orient="horz" pos="3936">
          <p15:clr>
            <a:srgbClr val="EA4335"/>
          </p15:clr>
        </p15:guide>
        <p15:guide id="28" orient="horz" pos="384">
          <p15:clr>
            <a:srgbClr val="EA4335"/>
          </p15:clr>
        </p15:guide>
        <p15:guide id="29" pos="3840">
          <p15:clr>
            <a:srgbClr val="EA4335"/>
          </p15:clr>
        </p15:guide>
        <p15:guide id="30" orient="horz" pos="21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5.png"/><Relationship Id="rId1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5" Type="http://schemas.openxmlformats.org/officeDocument/2006/relationships/image" Target="../media/image26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22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12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9.png"/><Relationship Id="rId5" Type="http://schemas.openxmlformats.org/officeDocument/2006/relationships/image" Target="../media/image33.png"/><Relationship Id="rId10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62"/>
          <p:cNvSpPr txBox="1">
            <a:spLocks noGrp="1"/>
          </p:cNvSpPr>
          <p:nvPr>
            <p:ph type="ctrTitle"/>
          </p:nvPr>
        </p:nvSpPr>
        <p:spPr>
          <a:xfrm>
            <a:off x="758952" y="2148840"/>
            <a:ext cx="722376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lang="en-US" sz="4000" dirty="0">
                <a:solidFill>
                  <a:srgbClr val="FF3621"/>
                </a:solidFill>
              </a:rPr>
              <a:t>Databricks Genie</a:t>
            </a:r>
            <a:endParaRPr sz="4000" b="1" dirty="0">
              <a:solidFill>
                <a:srgbClr val="FF362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7" name="Google Shape;1167;p162"/>
          <p:cNvSpPr txBox="1">
            <a:spLocks noGrp="1"/>
          </p:cNvSpPr>
          <p:nvPr>
            <p:ph type="subTitle" idx="2"/>
          </p:nvPr>
        </p:nvSpPr>
        <p:spPr>
          <a:xfrm>
            <a:off x="762015" y="5756000"/>
            <a:ext cx="5263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600"/>
              <a:buNone/>
            </a:pPr>
            <a:r>
              <a:rPr lang="en-US" b="1"/>
              <a:t>Genie Bootcamp - Stockholm, 29 October 2026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Hosted by Diggibyte · Databricks Center of Excellence</a:t>
            </a:r>
            <a:endParaRPr/>
          </a:p>
        </p:txBody>
      </p:sp>
      <p:sp>
        <p:nvSpPr>
          <p:cNvPr id="9001" name="Tagline"/>
          <p:cNvSpPr txBox="1"/>
          <p:nvPr/>
        </p:nvSpPr>
        <p:spPr>
          <a:xfrm>
            <a:off x="758952" y="402336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00" b="0" dirty="0">
                <a:solidFill>
                  <a:srgbClr val="618794"/>
                </a:solidFill>
                <a:latin typeface="DM Sans"/>
                <a:cs typeface="DM Sans"/>
              </a:rPr>
              <a:t>Building an agent that answers as you: governed data, a curated Genie Agent and the business context that makes every answer the right one</a:t>
            </a:r>
          </a:p>
        </p:txBody>
      </p:sp>
      <p:sp>
        <p:nvSpPr>
          <p:cNvPr id="9002" name="Credential"/>
          <p:cNvSpPr txBox="1"/>
          <p:nvPr/>
        </p:nvSpPr>
        <p:spPr>
          <a:xfrm>
            <a:off x="758952" y="638251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900" b="1" dirty="0">
                <a:solidFill>
                  <a:srgbClr val="FF3621"/>
                </a:solidFill>
                <a:latin typeface="DM Mono"/>
                <a:cs typeface="DM Mono"/>
              </a:rPr>
              <a:t>Number 1</a:t>
            </a:r>
            <a:r>
              <a:rPr lang="en-US" sz="900" b="0" dirty="0">
                <a:solidFill>
                  <a:srgbClr val="618794"/>
                </a:solidFill>
                <a:latin typeface="DM Mono"/>
                <a:cs typeface="DM Mono"/>
              </a:rPr>
              <a:t> in holding the greatest number of Databricks Champion certifications in the Nordics.</a:t>
            </a:r>
          </a:p>
        </p:txBody>
      </p:sp>
      <p:pic>
        <p:nvPicPr>
          <p:cNvPr id="9003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2" y="612648"/>
            <a:ext cx="1847088" cy="365760"/>
          </a:xfrm>
          <a:prstGeom prst="rect">
            <a:avLst/>
          </a:prstGeom>
        </p:spPr>
      </p:pic>
      <p:pic>
        <p:nvPicPr>
          <p:cNvPr id="9005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171" y="6336792"/>
            <a:ext cx="1730829" cy="274320"/>
          </a:xfrm>
          <a:prstGeom prst="rect">
            <a:avLst/>
          </a:prstGeom>
        </p:spPr>
      </p:pic>
      <p:pic>
        <p:nvPicPr>
          <p:cNvPr id="9006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72023"/>
            <a:ext cx="901874" cy="9018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Bootcamp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Agenda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001" name="Shape 20001"/>
          <p:cNvSpPr/>
          <p:nvPr/>
        </p:nvSpPr>
        <p:spPr>
          <a:xfrm>
            <a:off x="685800" y="1755648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02" name="Shape 20002"/>
          <p:cNvSpPr/>
          <p:nvPr/>
        </p:nvSpPr>
        <p:spPr>
          <a:xfrm>
            <a:off x="914400" y="1755648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01</a:t>
            </a:r>
            <a:endParaRPr lang="en-US" sz="1300"/>
          </a:p>
        </p:txBody>
      </p:sp>
      <p:sp>
        <p:nvSpPr>
          <p:cNvPr id="20003" name="Shape 20003"/>
          <p:cNvSpPr/>
          <p:nvPr/>
        </p:nvSpPr>
        <p:spPr>
          <a:xfrm>
            <a:off x="1554480" y="175564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Databricks and Genie</a:t>
            </a:r>
            <a:endParaRPr lang="en-US" sz="1500"/>
          </a:p>
        </p:txBody>
      </p:sp>
      <p:sp>
        <p:nvSpPr>
          <p:cNvPr id="20004" name="Shape 20004"/>
          <p:cNvSpPr/>
          <p:nvPr/>
        </p:nvSpPr>
        <p:spPr>
          <a:xfrm>
            <a:off x="5120640" y="175564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What Databricks is, the Data and AI platform, the Genie family</a:t>
            </a:r>
            <a:endParaRPr lang="en-US" sz="1150"/>
          </a:p>
        </p:txBody>
      </p:sp>
      <p:sp>
        <p:nvSpPr>
          <p:cNvPr id="20005" name="Shape 20005"/>
          <p:cNvSpPr/>
          <p:nvPr/>
        </p:nvSpPr>
        <p:spPr>
          <a:xfrm>
            <a:off x="10040112" y="1755648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Slides 4-6</a:t>
            </a:r>
            <a:endParaRPr lang="en-US" sz="950"/>
          </a:p>
        </p:txBody>
      </p:sp>
      <p:sp>
        <p:nvSpPr>
          <p:cNvPr id="20006" name="Shape 20006"/>
          <p:cNvSpPr/>
          <p:nvPr/>
        </p:nvSpPr>
        <p:spPr>
          <a:xfrm>
            <a:off x="685800" y="2578608"/>
            <a:ext cx="10817352" cy="82296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07" name="Shape 20007"/>
          <p:cNvSpPr/>
          <p:nvPr/>
        </p:nvSpPr>
        <p:spPr>
          <a:xfrm>
            <a:off x="685800" y="2578608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08" name="Shape 20008"/>
          <p:cNvSpPr/>
          <p:nvPr/>
        </p:nvSpPr>
        <p:spPr>
          <a:xfrm>
            <a:off x="914400" y="2578608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02</a:t>
            </a:r>
            <a:endParaRPr lang="en-US" sz="1300"/>
          </a:p>
        </p:txBody>
      </p:sp>
      <p:sp>
        <p:nvSpPr>
          <p:cNvPr id="20009" name="Shape 20009"/>
          <p:cNvSpPr/>
          <p:nvPr/>
        </p:nvSpPr>
        <p:spPr>
          <a:xfrm>
            <a:off x="1554480" y="257860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Why Context</a:t>
            </a:r>
            <a:endParaRPr lang="en-US" sz="1500"/>
          </a:p>
        </p:txBody>
      </p:sp>
      <p:sp>
        <p:nvSpPr>
          <p:cNvPr id="20010" name="Shape 20010"/>
          <p:cNvSpPr/>
          <p:nvPr/>
        </p:nvSpPr>
        <p:spPr>
          <a:xfrm>
            <a:off x="5120640" y="257860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context problem, the five building blocks, meet Maison Europa</a:t>
            </a:r>
            <a:endParaRPr lang="en-US" sz="1150"/>
          </a:p>
        </p:txBody>
      </p:sp>
      <p:sp>
        <p:nvSpPr>
          <p:cNvPr id="20011" name="Shape 20011"/>
          <p:cNvSpPr/>
          <p:nvPr/>
        </p:nvSpPr>
        <p:spPr>
          <a:xfrm>
            <a:off x="10040112" y="2578608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Slides 8-10</a:t>
            </a:r>
            <a:endParaRPr lang="en-US" sz="950"/>
          </a:p>
        </p:txBody>
      </p:sp>
      <p:sp>
        <p:nvSpPr>
          <p:cNvPr id="20012" name="Shape 20012"/>
          <p:cNvSpPr/>
          <p:nvPr/>
        </p:nvSpPr>
        <p:spPr>
          <a:xfrm>
            <a:off x="685800" y="3401568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13" name="Shape 20013"/>
          <p:cNvSpPr/>
          <p:nvPr/>
        </p:nvSpPr>
        <p:spPr>
          <a:xfrm>
            <a:off x="914400" y="3401568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03</a:t>
            </a:r>
            <a:endParaRPr lang="en-US" sz="1300"/>
          </a:p>
        </p:txBody>
      </p:sp>
      <p:sp>
        <p:nvSpPr>
          <p:cNvPr id="20014" name="Shape 20014"/>
          <p:cNvSpPr/>
          <p:nvPr/>
        </p:nvSpPr>
        <p:spPr>
          <a:xfrm>
            <a:off x="1554480" y="34015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The Hands-on Lab</a:t>
            </a:r>
            <a:endParaRPr lang="en-US" sz="1500"/>
          </a:p>
        </p:txBody>
      </p:sp>
      <p:sp>
        <p:nvSpPr>
          <p:cNvPr id="20015" name="Shape 20015"/>
          <p:cNvSpPr/>
          <p:nvPr/>
        </p:nvSpPr>
        <p:spPr>
          <a:xfrm>
            <a:off x="5120640" y="340156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Clone and set up, Bronze to metric views, governance, the Genie Agent, context</a:t>
            </a:r>
            <a:endParaRPr lang="en-US" sz="1150"/>
          </a:p>
        </p:txBody>
      </p:sp>
      <p:sp>
        <p:nvSpPr>
          <p:cNvPr id="20016" name="Shape 20016"/>
          <p:cNvSpPr/>
          <p:nvPr/>
        </p:nvSpPr>
        <p:spPr>
          <a:xfrm>
            <a:off x="10040112" y="3401568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Slides 12-17</a:t>
            </a:r>
            <a:endParaRPr lang="en-US" sz="950"/>
          </a:p>
        </p:txBody>
      </p:sp>
      <p:sp>
        <p:nvSpPr>
          <p:cNvPr id="20017" name="Shape 20017"/>
          <p:cNvSpPr/>
          <p:nvPr/>
        </p:nvSpPr>
        <p:spPr>
          <a:xfrm>
            <a:off x="685800" y="4224528"/>
            <a:ext cx="10817352" cy="82296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18" name="Shape 20018"/>
          <p:cNvSpPr/>
          <p:nvPr/>
        </p:nvSpPr>
        <p:spPr>
          <a:xfrm>
            <a:off x="685800" y="4224528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19" name="Shape 20019"/>
          <p:cNvSpPr/>
          <p:nvPr/>
        </p:nvSpPr>
        <p:spPr>
          <a:xfrm>
            <a:off x="914400" y="4224528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04</a:t>
            </a:r>
            <a:endParaRPr lang="en-US" sz="1300"/>
          </a:p>
        </p:txBody>
      </p:sp>
      <p:sp>
        <p:nvSpPr>
          <p:cNvPr id="20020" name="Shape 20020"/>
          <p:cNvSpPr/>
          <p:nvPr/>
        </p:nvSpPr>
        <p:spPr>
          <a:xfrm>
            <a:off x="1554480" y="422452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Ontology</a:t>
            </a:r>
            <a:endParaRPr lang="en-US" sz="1500"/>
          </a:p>
        </p:txBody>
      </p:sp>
      <p:sp>
        <p:nvSpPr>
          <p:cNvPr id="20021" name="Shape 20021"/>
          <p:cNvSpPr/>
          <p:nvPr/>
        </p:nvSpPr>
        <p:spPr>
          <a:xfrm>
            <a:off x="5120640" y="422452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Modeled and inferred context, and how Genie uses both to answer</a:t>
            </a:r>
            <a:endParaRPr lang="en-US" sz="1150"/>
          </a:p>
        </p:txBody>
      </p:sp>
      <p:sp>
        <p:nvSpPr>
          <p:cNvPr id="20022" name="Shape 20022"/>
          <p:cNvSpPr/>
          <p:nvPr/>
        </p:nvSpPr>
        <p:spPr>
          <a:xfrm>
            <a:off x="10040112" y="4224528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Slides 19-20</a:t>
            </a:r>
            <a:endParaRPr lang="en-US" sz="950"/>
          </a:p>
        </p:txBody>
      </p:sp>
      <p:sp>
        <p:nvSpPr>
          <p:cNvPr id="20023" name="Shape 20023"/>
          <p:cNvSpPr/>
          <p:nvPr/>
        </p:nvSpPr>
        <p:spPr>
          <a:xfrm>
            <a:off x="685800" y="5047488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24" name="Shape 20024"/>
          <p:cNvSpPr/>
          <p:nvPr/>
        </p:nvSpPr>
        <p:spPr>
          <a:xfrm>
            <a:off x="914400" y="5047488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05</a:t>
            </a:r>
            <a:endParaRPr lang="en-US" sz="1300"/>
          </a:p>
        </p:txBody>
      </p:sp>
      <p:sp>
        <p:nvSpPr>
          <p:cNvPr id="20025" name="Shape 20025"/>
          <p:cNvSpPr/>
          <p:nvPr/>
        </p:nvSpPr>
        <p:spPr>
          <a:xfrm>
            <a:off x="1554480" y="504748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What You Take Home</a:t>
            </a:r>
            <a:endParaRPr lang="en-US" sz="1500"/>
          </a:p>
        </p:txBody>
      </p:sp>
      <p:sp>
        <p:nvSpPr>
          <p:cNvPr id="20026" name="Shape 20026"/>
          <p:cNvSpPr/>
          <p:nvPr/>
        </p:nvSpPr>
        <p:spPr>
          <a:xfrm>
            <a:off x="5120640" y="504748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governance checklist, team demos and one real use case each</a:t>
            </a:r>
            <a:endParaRPr lang="en-US" sz="1150"/>
          </a:p>
        </p:txBody>
      </p:sp>
      <p:sp>
        <p:nvSpPr>
          <p:cNvPr id="20027" name="Shape 20027"/>
          <p:cNvSpPr/>
          <p:nvPr/>
        </p:nvSpPr>
        <p:spPr>
          <a:xfrm>
            <a:off x="10040112" y="5047488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Slide 21</a:t>
            </a:r>
            <a:endParaRPr lang="en-US" sz="950"/>
          </a:p>
        </p:txBody>
      </p:sp>
      <p:sp>
        <p:nvSpPr>
          <p:cNvPr id="20028" name="Shape 20028"/>
          <p:cNvSpPr/>
          <p:nvPr/>
        </p:nvSpPr>
        <p:spPr>
          <a:xfrm>
            <a:off x="685800" y="5870448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5" name="Google Shape;4325;p173"/>
          <p:cNvSpPr/>
          <p:nvPr/>
        </p:nvSpPr>
        <p:spPr>
          <a:xfrm>
            <a:off x="22400" y="6220050"/>
            <a:ext cx="3447300" cy="42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26" name="Google Shape;4326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t="50802"/>
          <a:stretch/>
        </p:blipFill>
        <p:spPr>
          <a:xfrm rot="10800000" flipH="1">
            <a:off x="1834527" y="3972101"/>
            <a:ext cx="8522942" cy="288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7" name="Google Shape;4327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27" y="497022"/>
            <a:ext cx="8522942" cy="5863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8" name="Google Shape;4328;p173"/>
          <p:cNvGrpSpPr/>
          <p:nvPr/>
        </p:nvGrpSpPr>
        <p:grpSpPr>
          <a:xfrm>
            <a:off x="1997299" y="1904619"/>
            <a:ext cx="8100538" cy="2944454"/>
            <a:chOff x="1997299" y="1904298"/>
            <a:chExt cx="8100538" cy="2945338"/>
          </a:xfrm>
        </p:grpSpPr>
        <p:sp>
          <p:nvSpPr>
            <p:cNvPr id="4329" name="Google Shape;4329;p173"/>
            <p:cNvSpPr/>
            <p:nvPr/>
          </p:nvSpPr>
          <p:spPr>
            <a:xfrm>
              <a:off x="4206486" y="2452374"/>
              <a:ext cx="206700" cy="206700"/>
            </a:xfrm>
            <a:prstGeom prst="ellipse">
              <a:avLst/>
            </a:prstGeom>
            <a:solidFill>
              <a:srgbClr val="8F8D8D">
                <a:alpha val="11370"/>
              </a:srgbClr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4330" name="Google Shape;4330;p173"/>
            <p:cNvGrpSpPr/>
            <p:nvPr/>
          </p:nvGrpSpPr>
          <p:grpSpPr>
            <a:xfrm>
              <a:off x="1997299" y="1904298"/>
              <a:ext cx="8100538" cy="2945338"/>
              <a:chOff x="1997299" y="1904298"/>
              <a:chExt cx="8100538" cy="2945338"/>
            </a:xfrm>
          </p:grpSpPr>
          <p:sp>
            <p:nvSpPr>
              <p:cNvPr id="4331" name="Google Shape;4331;p173"/>
              <p:cNvSpPr/>
              <p:nvPr/>
            </p:nvSpPr>
            <p:spPr>
              <a:xfrm>
                <a:off x="1997299" y="2146652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2" name="Google Shape;4332;p173"/>
              <p:cNvSpPr/>
              <p:nvPr/>
            </p:nvSpPr>
            <p:spPr>
              <a:xfrm>
                <a:off x="3041682" y="231560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3" name="Google Shape;4333;p173"/>
              <p:cNvSpPr/>
              <p:nvPr/>
            </p:nvSpPr>
            <p:spPr>
              <a:xfrm>
                <a:off x="3069823" y="349968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4" name="Google Shape;4334;p173"/>
              <p:cNvSpPr/>
              <p:nvPr/>
            </p:nvSpPr>
            <p:spPr>
              <a:xfrm>
                <a:off x="3886186" y="449006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5" name="Google Shape;4335;p173"/>
              <p:cNvSpPr/>
              <p:nvPr/>
            </p:nvSpPr>
            <p:spPr>
              <a:xfrm>
                <a:off x="6638189" y="3887929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6" name="Google Shape;4336;p173"/>
              <p:cNvSpPr/>
              <p:nvPr/>
            </p:nvSpPr>
            <p:spPr>
              <a:xfrm>
                <a:off x="3533552" y="285185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7" name="Google Shape;4337;p173"/>
              <p:cNvSpPr/>
              <p:nvPr/>
            </p:nvSpPr>
            <p:spPr>
              <a:xfrm>
                <a:off x="2550989" y="276162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8" name="Google Shape;4338;p173"/>
              <p:cNvSpPr/>
              <p:nvPr/>
            </p:nvSpPr>
            <p:spPr>
              <a:xfrm>
                <a:off x="3180090" y="453963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9" name="Google Shape;4339;p173"/>
              <p:cNvSpPr/>
              <p:nvPr/>
            </p:nvSpPr>
            <p:spPr>
              <a:xfrm>
                <a:off x="4455287" y="2875924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0" name="Google Shape;4340;p173"/>
              <p:cNvSpPr/>
              <p:nvPr/>
            </p:nvSpPr>
            <p:spPr>
              <a:xfrm>
                <a:off x="3893211" y="3677598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1" name="Google Shape;4341;p173"/>
              <p:cNvSpPr/>
              <p:nvPr/>
            </p:nvSpPr>
            <p:spPr>
              <a:xfrm>
                <a:off x="3788168" y="200760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2" name="Google Shape;4342;p173"/>
              <p:cNvSpPr/>
              <p:nvPr/>
            </p:nvSpPr>
            <p:spPr>
              <a:xfrm>
                <a:off x="4870636" y="219898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3" name="Google Shape;4343;p173"/>
              <p:cNvSpPr/>
              <p:nvPr/>
            </p:nvSpPr>
            <p:spPr>
              <a:xfrm>
                <a:off x="5287510" y="3948062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4" name="Google Shape;4344;p173"/>
              <p:cNvSpPr/>
              <p:nvPr/>
            </p:nvSpPr>
            <p:spPr>
              <a:xfrm>
                <a:off x="5265681" y="4583762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5" name="Google Shape;4345;p173"/>
              <p:cNvSpPr/>
              <p:nvPr/>
            </p:nvSpPr>
            <p:spPr>
              <a:xfrm>
                <a:off x="5992649" y="190429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6" name="Google Shape;4346;p173"/>
              <p:cNvSpPr/>
              <p:nvPr/>
            </p:nvSpPr>
            <p:spPr>
              <a:xfrm>
                <a:off x="5990007" y="254582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7" name="Google Shape;4347;p173"/>
              <p:cNvSpPr/>
              <p:nvPr/>
            </p:nvSpPr>
            <p:spPr>
              <a:xfrm>
                <a:off x="5992697" y="385994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8" name="Google Shape;4348;p173"/>
              <p:cNvSpPr/>
              <p:nvPr/>
            </p:nvSpPr>
            <p:spPr>
              <a:xfrm>
                <a:off x="7065622" y="2223853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9" name="Google Shape;4349;p173"/>
              <p:cNvSpPr/>
              <p:nvPr/>
            </p:nvSpPr>
            <p:spPr>
              <a:xfrm>
                <a:off x="6703444" y="286497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0" name="Google Shape;4350;p173"/>
              <p:cNvSpPr/>
              <p:nvPr/>
            </p:nvSpPr>
            <p:spPr>
              <a:xfrm>
                <a:off x="6660777" y="445675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1" name="Google Shape;4351;p173"/>
              <p:cNvSpPr/>
              <p:nvPr/>
            </p:nvSpPr>
            <p:spPr>
              <a:xfrm>
                <a:off x="5976858" y="4642936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2" name="Google Shape;4352;p173"/>
              <p:cNvSpPr/>
              <p:nvPr/>
            </p:nvSpPr>
            <p:spPr>
              <a:xfrm>
                <a:off x="4571340" y="4240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3" name="Google Shape;4353;p173"/>
              <p:cNvSpPr/>
              <p:nvPr/>
            </p:nvSpPr>
            <p:spPr>
              <a:xfrm>
                <a:off x="7971297" y="216113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4" name="Google Shape;4354;p173"/>
              <p:cNvSpPr/>
              <p:nvPr/>
            </p:nvSpPr>
            <p:spPr>
              <a:xfrm>
                <a:off x="7626973" y="267413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5" name="Google Shape;4355;p173"/>
              <p:cNvSpPr/>
              <p:nvPr/>
            </p:nvSpPr>
            <p:spPr>
              <a:xfrm>
                <a:off x="7325314" y="3662268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6" name="Google Shape;4356;p173"/>
              <p:cNvSpPr/>
              <p:nvPr/>
            </p:nvSpPr>
            <p:spPr>
              <a:xfrm>
                <a:off x="7372398" y="438666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7" name="Google Shape;4357;p173"/>
              <p:cNvSpPr/>
              <p:nvPr/>
            </p:nvSpPr>
            <p:spPr>
              <a:xfrm>
                <a:off x="9059091" y="200760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8" name="Google Shape;4358;p173"/>
              <p:cNvSpPr/>
              <p:nvPr/>
            </p:nvSpPr>
            <p:spPr>
              <a:xfrm>
                <a:off x="8539888" y="2661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9" name="Google Shape;4359;p173"/>
              <p:cNvSpPr/>
              <p:nvPr/>
            </p:nvSpPr>
            <p:spPr>
              <a:xfrm>
                <a:off x="8091406" y="332569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0" name="Google Shape;4360;p173"/>
              <p:cNvSpPr/>
              <p:nvPr/>
            </p:nvSpPr>
            <p:spPr>
              <a:xfrm>
                <a:off x="8062101" y="439984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1" name="Google Shape;4361;p173"/>
              <p:cNvSpPr/>
              <p:nvPr/>
            </p:nvSpPr>
            <p:spPr>
              <a:xfrm>
                <a:off x="8795346" y="4480306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2" name="Google Shape;4362;p173"/>
              <p:cNvSpPr/>
              <p:nvPr/>
            </p:nvSpPr>
            <p:spPr>
              <a:xfrm>
                <a:off x="8808891" y="3516650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3" name="Google Shape;4363;p173"/>
              <p:cNvSpPr/>
              <p:nvPr/>
            </p:nvSpPr>
            <p:spPr>
              <a:xfrm>
                <a:off x="9434311" y="2814109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4" name="Google Shape;4364;p173"/>
              <p:cNvSpPr/>
              <p:nvPr/>
            </p:nvSpPr>
            <p:spPr>
              <a:xfrm>
                <a:off x="9847637" y="217565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5" name="Google Shape;4365;p173"/>
              <p:cNvSpPr/>
              <p:nvPr/>
            </p:nvSpPr>
            <p:spPr>
              <a:xfrm>
                <a:off x="5148914" y="263706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4366" name="Google Shape;4366;p173"/>
          <p:cNvGrpSpPr/>
          <p:nvPr/>
        </p:nvGrpSpPr>
        <p:grpSpPr>
          <a:xfrm>
            <a:off x="-202232" y="4816805"/>
            <a:ext cx="12713810" cy="2500954"/>
            <a:chOff x="-202233" y="4817354"/>
            <a:chExt cx="12713810" cy="2501705"/>
          </a:xfrm>
        </p:grpSpPr>
        <p:grpSp>
          <p:nvGrpSpPr>
            <p:cNvPr id="4367" name="Google Shape;4367;p173"/>
            <p:cNvGrpSpPr/>
            <p:nvPr/>
          </p:nvGrpSpPr>
          <p:grpSpPr>
            <a:xfrm>
              <a:off x="4759630" y="4926849"/>
              <a:ext cx="935888" cy="992868"/>
              <a:chOff x="5562600" y="2704822"/>
              <a:chExt cx="1066418" cy="1330922"/>
            </a:xfrm>
          </p:grpSpPr>
          <p:sp>
            <p:nvSpPr>
              <p:cNvPr id="4368" name="Google Shape;436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9" name="Google Shape;436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0" name="Google Shape;437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1" name="Google Shape;4371;p173"/>
            <p:cNvGrpSpPr/>
            <p:nvPr/>
          </p:nvGrpSpPr>
          <p:grpSpPr>
            <a:xfrm>
              <a:off x="7556752" y="5437647"/>
              <a:ext cx="935888" cy="992868"/>
              <a:chOff x="5562600" y="2704822"/>
              <a:chExt cx="1066418" cy="1330922"/>
            </a:xfrm>
          </p:grpSpPr>
          <p:sp>
            <p:nvSpPr>
              <p:cNvPr id="4372" name="Google Shape;437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3" name="Google Shape;437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4" name="Google Shape;437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5" name="Google Shape;4375;p173"/>
            <p:cNvGrpSpPr/>
            <p:nvPr/>
          </p:nvGrpSpPr>
          <p:grpSpPr>
            <a:xfrm>
              <a:off x="9856909" y="4898853"/>
              <a:ext cx="935888" cy="992868"/>
              <a:chOff x="5562600" y="2704822"/>
              <a:chExt cx="1066418" cy="1330922"/>
            </a:xfrm>
          </p:grpSpPr>
          <p:sp>
            <p:nvSpPr>
              <p:cNvPr id="4376" name="Google Shape;437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7" name="Google Shape;437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9" name="Google Shape;4379;p173"/>
            <p:cNvGrpSpPr/>
            <p:nvPr/>
          </p:nvGrpSpPr>
          <p:grpSpPr>
            <a:xfrm>
              <a:off x="2807793" y="5416487"/>
              <a:ext cx="935888" cy="992868"/>
              <a:chOff x="5562600" y="2704822"/>
              <a:chExt cx="1066418" cy="1330922"/>
            </a:xfrm>
          </p:grpSpPr>
          <p:sp>
            <p:nvSpPr>
              <p:cNvPr id="4380" name="Google Shape;4380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1" name="Google Shape;4381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3" name="Google Shape;4383;p173"/>
            <p:cNvGrpSpPr/>
            <p:nvPr/>
          </p:nvGrpSpPr>
          <p:grpSpPr>
            <a:xfrm>
              <a:off x="402726" y="5110864"/>
              <a:ext cx="935888" cy="992868"/>
              <a:chOff x="5562600" y="2704822"/>
              <a:chExt cx="1066418" cy="1330922"/>
            </a:xfrm>
          </p:grpSpPr>
          <p:sp>
            <p:nvSpPr>
              <p:cNvPr id="4384" name="Google Shape;438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6" name="Google Shape;438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7" name="Google Shape;4387;p173"/>
            <p:cNvGrpSpPr/>
            <p:nvPr/>
          </p:nvGrpSpPr>
          <p:grpSpPr>
            <a:xfrm>
              <a:off x="4222572" y="6054714"/>
              <a:ext cx="615430" cy="652817"/>
              <a:chOff x="5562600" y="2704822"/>
              <a:chExt cx="1066418" cy="1330922"/>
            </a:xfrm>
          </p:grpSpPr>
          <p:sp>
            <p:nvSpPr>
              <p:cNvPr id="4388" name="Google Shape;438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0" name="Google Shape;439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1" name="Google Shape;4391;p173"/>
            <p:cNvGrpSpPr/>
            <p:nvPr/>
          </p:nvGrpSpPr>
          <p:grpSpPr>
            <a:xfrm>
              <a:off x="6266030" y="5263604"/>
              <a:ext cx="615430" cy="652817"/>
              <a:chOff x="5562600" y="2704822"/>
              <a:chExt cx="1066418" cy="1330922"/>
            </a:xfrm>
          </p:grpSpPr>
          <p:sp>
            <p:nvSpPr>
              <p:cNvPr id="4392" name="Google Shape;439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3" name="Google Shape;439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5" name="Google Shape;4395;p173"/>
            <p:cNvGrpSpPr/>
            <p:nvPr/>
          </p:nvGrpSpPr>
          <p:grpSpPr>
            <a:xfrm>
              <a:off x="6764598" y="6383487"/>
              <a:ext cx="615430" cy="652817"/>
              <a:chOff x="5562600" y="2704822"/>
              <a:chExt cx="1066418" cy="1330922"/>
            </a:xfrm>
          </p:grpSpPr>
          <p:sp>
            <p:nvSpPr>
              <p:cNvPr id="4396" name="Google Shape;439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7" name="Google Shape;439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3" name="Google Shape;4403;p173"/>
            <p:cNvGrpSpPr/>
            <p:nvPr/>
          </p:nvGrpSpPr>
          <p:grpSpPr>
            <a:xfrm>
              <a:off x="1941338" y="5205035"/>
              <a:ext cx="615430" cy="652817"/>
              <a:chOff x="5562600" y="2704822"/>
              <a:chExt cx="1066418" cy="1330922"/>
            </a:xfrm>
          </p:grpSpPr>
          <p:sp>
            <p:nvSpPr>
              <p:cNvPr id="4404" name="Google Shape;440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5" name="Google Shape;440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6" name="Google Shape;440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7" name="Google Shape;4407;p173"/>
            <p:cNvGrpSpPr/>
            <p:nvPr/>
          </p:nvGrpSpPr>
          <p:grpSpPr>
            <a:xfrm>
              <a:off x="-202233" y="6355087"/>
              <a:ext cx="615430" cy="652817"/>
              <a:chOff x="5562600" y="2704822"/>
              <a:chExt cx="1066418" cy="1330922"/>
            </a:xfrm>
          </p:grpSpPr>
          <p:sp>
            <p:nvSpPr>
              <p:cNvPr id="4408" name="Google Shape;440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9" name="Google Shape;440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0" name="Google Shape;441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1" name="Google Shape;4411;p173"/>
            <p:cNvGrpSpPr/>
            <p:nvPr/>
          </p:nvGrpSpPr>
          <p:grpSpPr>
            <a:xfrm>
              <a:off x="1544759" y="6242068"/>
              <a:ext cx="716633" cy="760223"/>
              <a:chOff x="5562600" y="2704822"/>
              <a:chExt cx="1066418" cy="1330922"/>
            </a:xfrm>
          </p:grpSpPr>
          <p:sp>
            <p:nvSpPr>
              <p:cNvPr id="4412" name="Google Shape;441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3" name="Google Shape;441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4" name="Google Shape;441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5" name="Google Shape;4415;p173"/>
            <p:cNvGrpSpPr/>
            <p:nvPr/>
          </p:nvGrpSpPr>
          <p:grpSpPr>
            <a:xfrm>
              <a:off x="5307950" y="6558836"/>
              <a:ext cx="716633" cy="760223"/>
              <a:chOff x="5562600" y="2704822"/>
              <a:chExt cx="1066418" cy="1330922"/>
            </a:xfrm>
          </p:grpSpPr>
          <p:sp>
            <p:nvSpPr>
              <p:cNvPr id="4416" name="Google Shape;441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7" name="Google Shape;441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8" name="Google Shape;441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3" name="Google Shape;4423;p173"/>
            <p:cNvGrpSpPr/>
            <p:nvPr/>
          </p:nvGrpSpPr>
          <p:grpSpPr>
            <a:xfrm>
              <a:off x="3517858" y="5340271"/>
              <a:ext cx="457200" cy="457200"/>
              <a:chOff x="2501858" y="3905171"/>
              <a:chExt cx="457200" cy="457200"/>
            </a:xfrm>
          </p:grpSpPr>
          <p:sp>
            <p:nvSpPr>
              <p:cNvPr id="4424" name="Google Shape;4424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25" name="Google Shape;4425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26" name="Google Shape;4426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7" name="Google Shape;4427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28" name="Google Shape;4428;p173"/>
            <p:cNvGrpSpPr/>
            <p:nvPr/>
          </p:nvGrpSpPr>
          <p:grpSpPr>
            <a:xfrm>
              <a:off x="2581448" y="6084878"/>
              <a:ext cx="457200" cy="457200"/>
              <a:chOff x="1504675" y="4508420"/>
              <a:chExt cx="457200" cy="457200"/>
            </a:xfrm>
          </p:grpSpPr>
          <p:sp>
            <p:nvSpPr>
              <p:cNvPr id="4429" name="Google Shape;4429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0" name="Google Shape;4430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431" name="Google Shape;4431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2" name="Google Shape;4432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3" name="Google Shape;4433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4" name="Google Shape;4434;p173"/>
            <p:cNvGrpSpPr/>
            <p:nvPr/>
          </p:nvGrpSpPr>
          <p:grpSpPr>
            <a:xfrm>
              <a:off x="180700" y="5797470"/>
              <a:ext cx="457200" cy="457200"/>
              <a:chOff x="904600" y="3905170"/>
              <a:chExt cx="457200" cy="457200"/>
            </a:xfrm>
          </p:grpSpPr>
          <p:sp>
            <p:nvSpPr>
              <p:cNvPr id="4435" name="Google Shape;4435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6" name="Google Shape;4436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437" name="Google Shape;4437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8" name="Google Shape;4438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9" name="Google Shape;4439;p173"/>
            <p:cNvGrpSpPr/>
            <p:nvPr/>
          </p:nvGrpSpPr>
          <p:grpSpPr>
            <a:xfrm>
              <a:off x="1369705" y="6181238"/>
              <a:ext cx="361462" cy="361462"/>
              <a:chOff x="2501858" y="3905171"/>
              <a:chExt cx="457200" cy="457200"/>
            </a:xfrm>
          </p:grpSpPr>
          <p:sp>
            <p:nvSpPr>
              <p:cNvPr id="4440" name="Google Shape;4440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1" name="Google Shape;4441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42" name="Google Shape;4442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3" name="Google Shape;4443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44" name="Google Shape;4444;p173"/>
            <p:cNvGrpSpPr/>
            <p:nvPr/>
          </p:nvGrpSpPr>
          <p:grpSpPr>
            <a:xfrm>
              <a:off x="4069452" y="5946104"/>
              <a:ext cx="361462" cy="361462"/>
              <a:chOff x="904600" y="4508420"/>
              <a:chExt cx="457200" cy="457200"/>
            </a:xfrm>
          </p:grpSpPr>
          <p:sp>
            <p:nvSpPr>
              <p:cNvPr id="4445" name="Google Shape;4445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6" name="Google Shape;4446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447" name="Google Shape;4447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8" name="Google Shape;4448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449" name="Google Shape;4449;p173"/>
            <p:cNvSpPr txBox="1"/>
            <p:nvPr/>
          </p:nvSpPr>
          <p:spPr>
            <a:xfrm>
              <a:off x="511864" y="6475169"/>
              <a:ext cx="1031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173"/>
            <p:cNvSpPr txBox="1"/>
            <p:nvPr/>
          </p:nvSpPr>
          <p:spPr>
            <a:xfrm>
              <a:off x="5042635" y="6157118"/>
              <a:ext cx="913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173"/>
            <p:cNvSpPr txBox="1"/>
            <p:nvPr/>
          </p:nvSpPr>
          <p:spPr>
            <a:xfrm>
              <a:off x="7994939" y="4996137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173"/>
            <p:cNvSpPr txBox="1"/>
            <p:nvPr/>
          </p:nvSpPr>
          <p:spPr>
            <a:xfrm>
              <a:off x="7493987" y="6496164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00011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173"/>
            <p:cNvSpPr txBox="1"/>
            <p:nvPr/>
          </p:nvSpPr>
          <p:spPr>
            <a:xfrm>
              <a:off x="4029902" y="5560770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173"/>
            <p:cNvSpPr txBox="1"/>
            <p:nvPr/>
          </p:nvSpPr>
          <p:spPr>
            <a:xfrm>
              <a:off x="3947731" y="5243354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173"/>
            <p:cNvSpPr txBox="1"/>
            <p:nvPr/>
          </p:nvSpPr>
          <p:spPr>
            <a:xfrm>
              <a:off x="6057302" y="6415781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173"/>
            <p:cNvSpPr txBox="1"/>
            <p:nvPr/>
          </p:nvSpPr>
          <p:spPr>
            <a:xfrm>
              <a:off x="8716612" y="5741589"/>
              <a:ext cx="7332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173"/>
            <p:cNvSpPr txBox="1"/>
            <p:nvPr/>
          </p:nvSpPr>
          <p:spPr>
            <a:xfrm>
              <a:off x="571360" y="6201453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01101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59" name="Google Shape;4459;p173"/>
            <p:cNvGrpSpPr/>
            <p:nvPr/>
          </p:nvGrpSpPr>
          <p:grpSpPr>
            <a:xfrm>
              <a:off x="11361323" y="5367095"/>
              <a:ext cx="249328" cy="217587"/>
              <a:chOff x="3774174" y="5612438"/>
              <a:chExt cx="249328" cy="217587"/>
            </a:xfrm>
          </p:grpSpPr>
          <p:sp>
            <p:nvSpPr>
              <p:cNvPr id="4460" name="Google Shape;4460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1" name="Google Shape;4461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2" name="Google Shape;4462;p173"/>
            <p:cNvGrpSpPr/>
            <p:nvPr/>
          </p:nvGrpSpPr>
          <p:grpSpPr>
            <a:xfrm>
              <a:off x="8916796" y="6282997"/>
              <a:ext cx="223107" cy="181979"/>
              <a:chOff x="10827985" y="5110002"/>
              <a:chExt cx="223107" cy="181979"/>
            </a:xfrm>
          </p:grpSpPr>
          <p:sp>
            <p:nvSpPr>
              <p:cNvPr id="4463" name="Google Shape;4463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4" name="Google Shape;4464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5" name="Google Shape;4465;p173"/>
            <p:cNvGrpSpPr/>
            <p:nvPr/>
          </p:nvGrpSpPr>
          <p:grpSpPr>
            <a:xfrm>
              <a:off x="2210451" y="5995505"/>
              <a:ext cx="275470" cy="196334"/>
              <a:chOff x="8527246" y="6418263"/>
              <a:chExt cx="275470" cy="196334"/>
            </a:xfrm>
          </p:grpSpPr>
          <p:sp>
            <p:nvSpPr>
              <p:cNvPr id="4466" name="Google Shape;4466;p173"/>
              <p:cNvSpPr/>
              <p:nvPr/>
            </p:nvSpPr>
            <p:spPr>
              <a:xfrm>
                <a:off x="8527246" y="6482591"/>
                <a:ext cx="124931" cy="132006"/>
              </a:xfrm>
              <a:custGeom>
                <a:avLst/>
                <a:gdLst/>
                <a:ahLst/>
                <a:cxnLst/>
                <a:rect l="l" t="t" r="r" b="b"/>
                <a:pathLst>
                  <a:path w="602075" h="636174" extrusionOk="0">
                    <a:moveTo>
                      <a:pt x="428435" y="305657"/>
                    </a:moveTo>
                    <a:lnTo>
                      <a:pt x="428435" y="0"/>
                    </a:lnTo>
                    <a:lnTo>
                      <a:pt x="30956" y="0"/>
                    </a:lnTo>
                    <a:cubicBezTo>
                      <a:pt x="13907" y="0"/>
                      <a:pt x="0" y="13811"/>
                      <a:pt x="0" y="30956"/>
                    </a:cubicBezTo>
                    <a:lnTo>
                      <a:pt x="0" y="445580"/>
                    </a:lnTo>
                    <a:cubicBezTo>
                      <a:pt x="0" y="462629"/>
                      <a:pt x="13811" y="476536"/>
                      <a:pt x="30956" y="476536"/>
                    </a:cubicBezTo>
                    <a:lnTo>
                      <a:pt x="291941" y="476536"/>
                    </a:lnTo>
                    <a:lnTo>
                      <a:pt x="451580" y="636175"/>
                    </a:lnTo>
                    <a:cubicBezTo>
                      <a:pt x="448818" y="636175"/>
                      <a:pt x="450628" y="537591"/>
                      <a:pt x="451580" y="476536"/>
                    </a:cubicBezTo>
                    <a:lnTo>
                      <a:pt x="571119" y="476536"/>
                    </a:lnTo>
                    <a:cubicBezTo>
                      <a:pt x="588169" y="476536"/>
                      <a:pt x="602075" y="462725"/>
                      <a:pt x="602075" y="445580"/>
                    </a:cubicBezTo>
                    <a:lnTo>
                      <a:pt x="602075" y="413290"/>
                    </a:lnTo>
                    <a:lnTo>
                      <a:pt x="535972" y="413290"/>
                    </a:lnTo>
                    <a:cubicBezTo>
                      <a:pt x="476726" y="413290"/>
                      <a:pt x="428435" y="365093"/>
                      <a:pt x="428435" y="305753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7" name="Google Shape;4467;p173"/>
              <p:cNvSpPr/>
              <p:nvPr/>
            </p:nvSpPr>
            <p:spPr>
              <a:xfrm>
                <a:off x="8628276" y="6418263"/>
                <a:ext cx="174440" cy="184283"/>
              </a:xfrm>
              <a:custGeom>
                <a:avLst/>
                <a:gdLst/>
                <a:ahLst/>
                <a:cxnLst/>
                <a:rect l="l" t="t" r="r" b="b"/>
                <a:pathLst>
                  <a:path w="840676" h="888110" extrusionOk="0">
                    <a:moveTo>
                      <a:pt x="790194" y="0"/>
                    </a:moveTo>
                    <a:lnTo>
                      <a:pt x="50387" y="0"/>
                    </a:lnTo>
                    <a:cubicBezTo>
                      <a:pt x="22574" y="0"/>
                      <a:pt x="0" y="22574"/>
                      <a:pt x="0" y="50387"/>
                    </a:cubicBezTo>
                    <a:lnTo>
                      <a:pt x="0" y="614839"/>
                    </a:lnTo>
                    <a:cubicBezTo>
                      <a:pt x="0" y="642652"/>
                      <a:pt x="22574" y="665226"/>
                      <a:pt x="50387" y="665226"/>
                    </a:cubicBezTo>
                    <a:lnTo>
                      <a:pt x="211265" y="665226"/>
                    </a:lnTo>
                    <a:cubicBezTo>
                      <a:pt x="212598" y="750475"/>
                      <a:pt x="215170" y="888111"/>
                      <a:pt x="211265" y="888111"/>
                    </a:cubicBezTo>
                    <a:lnTo>
                      <a:pt x="433102" y="665226"/>
                    </a:lnTo>
                    <a:lnTo>
                      <a:pt x="790289" y="665226"/>
                    </a:lnTo>
                    <a:cubicBezTo>
                      <a:pt x="818102" y="665226"/>
                      <a:pt x="840677" y="642652"/>
                      <a:pt x="840677" y="614839"/>
                    </a:cubicBezTo>
                    <a:lnTo>
                      <a:pt x="840677" y="50387"/>
                    </a:lnTo>
                    <a:cubicBezTo>
                      <a:pt x="840677" y="22574"/>
                      <a:pt x="818102" y="0"/>
                      <a:pt x="790289" y="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8" name="Google Shape;4468;p173"/>
            <p:cNvGrpSpPr/>
            <p:nvPr/>
          </p:nvGrpSpPr>
          <p:grpSpPr>
            <a:xfrm>
              <a:off x="2709690" y="6688606"/>
              <a:ext cx="249328" cy="217587"/>
              <a:chOff x="3774174" y="5612438"/>
              <a:chExt cx="249328" cy="217587"/>
            </a:xfrm>
          </p:grpSpPr>
          <p:sp>
            <p:nvSpPr>
              <p:cNvPr id="4469" name="Google Shape;4469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0" name="Google Shape;4470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1" name="Google Shape;4471;p173"/>
            <p:cNvSpPr txBox="1"/>
            <p:nvPr/>
          </p:nvSpPr>
          <p:spPr>
            <a:xfrm>
              <a:off x="3323626" y="6539606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2" name="Google Shape;4472;p173"/>
            <p:cNvGrpSpPr/>
            <p:nvPr/>
          </p:nvGrpSpPr>
          <p:grpSpPr>
            <a:xfrm>
              <a:off x="-67150" y="5295432"/>
              <a:ext cx="234334" cy="255646"/>
              <a:chOff x="2852263" y="6337743"/>
              <a:chExt cx="234334" cy="255646"/>
            </a:xfrm>
          </p:grpSpPr>
          <p:sp>
            <p:nvSpPr>
              <p:cNvPr id="4473" name="Google Shape;4473;p173"/>
              <p:cNvSpPr/>
              <p:nvPr/>
            </p:nvSpPr>
            <p:spPr>
              <a:xfrm>
                <a:off x="2852263" y="6354476"/>
                <a:ext cx="128853" cy="236122"/>
              </a:xfrm>
              <a:custGeom>
                <a:avLst/>
                <a:gdLst/>
                <a:ahLst/>
                <a:cxnLst/>
                <a:rect l="l" t="t" r="r" b="b"/>
                <a:pathLst>
                  <a:path w="153854" h="281937" extrusionOk="0">
                    <a:moveTo>
                      <a:pt x="95705" y="7294"/>
                    </a:moveTo>
                    <a:lnTo>
                      <a:pt x="28946" y="0"/>
                    </a:lnTo>
                    <a:lnTo>
                      <a:pt x="0" y="265148"/>
                    </a:lnTo>
                    <a:lnTo>
                      <a:pt x="153855" y="281938"/>
                    </a:lnTo>
                    <a:lnTo>
                      <a:pt x="32579" y="250446"/>
                    </a:lnTo>
                    <a:lnTo>
                      <a:pt x="95705" y="7294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4" name="Google Shape;4474;p173"/>
              <p:cNvSpPr/>
              <p:nvPr/>
            </p:nvSpPr>
            <p:spPr>
              <a:xfrm>
                <a:off x="2897051" y="6337743"/>
                <a:ext cx="186010" cy="255646"/>
              </a:xfrm>
              <a:custGeom>
                <a:avLst/>
                <a:gdLst/>
                <a:ahLst/>
                <a:cxnLst/>
                <a:rect l="l" t="t" r="r" b="b"/>
                <a:pathLst>
                  <a:path w="222101" h="305249" extrusionOk="0">
                    <a:moveTo>
                      <a:pt x="147190" y="20823"/>
                    </a:moveTo>
                    <a:lnTo>
                      <a:pt x="67016" y="0"/>
                    </a:lnTo>
                    <a:lnTo>
                      <a:pt x="0" y="258140"/>
                    </a:lnTo>
                    <a:lnTo>
                      <a:pt x="181371" y="305249"/>
                    </a:lnTo>
                    <a:lnTo>
                      <a:pt x="222101" y="148306"/>
                    </a:lnTo>
                    <a:lnTo>
                      <a:pt x="120904" y="122020"/>
                    </a:lnTo>
                    <a:lnTo>
                      <a:pt x="147190" y="20823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5" name="Google Shape;4475;p173"/>
              <p:cNvSpPr/>
              <p:nvPr/>
            </p:nvSpPr>
            <p:spPr>
              <a:xfrm>
                <a:off x="3015739" y="6358784"/>
                <a:ext cx="70858" cy="89231"/>
              </a:xfrm>
              <a:custGeom>
                <a:avLst/>
                <a:gdLst/>
                <a:ahLst/>
                <a:cxnLst/>
                <a:rect l="l" t="t" r="r" b="b"/>
                <a:pathLst>
                  <a:path w="84607" h="106545" extrusionOk="0">
                    <a:moveTo>
                      <a:pt x="0" y="84578"/>
                    </a:moveTo>
                    <a:lnTo>
                      <a:pt x="0" y="84578"/>
                    </a:lnTo>
                    <a:lnTo>
                      <a:pt x="11985" y="87696"/>
                    </a:lnTo>
                    <a:lnTo>
                      <a:pt x="11985" y="87696"/>
                    </a:lnTo>
                    <a:lnTo>
                      <a:pt x="84607" y="106545"/>
                    </a:lnTo>
                    <a:lnTo>
                      <a:pt x="21996" y="0"/>
                    </a:lnTo>
                    <a:lnTo>
                      <a:pt x="0" y="84578"/>
                    </a:lnTo>
                    <a:lnTo>
                      <a:pt x="0" y="84578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6" name="Google Shape;4476;p173"/>
            <p:cNvGrpSpPr/>
            <p:nvPr/>
          </p:nvGrpSpPr>
          <p:grpSpPr>
            <a:xfrm>
              <a:off x="2716021" y="5130472"/>
              <a:ext cx="223107" cy="181979"/>
              <a:chOff x="10827985" y="5110002"/>
              <a:chExt cx="223107" cy="181979"/>
            </a:xfrm>
          </p:grpSpPr>
          <p:sp>
            <p:nvSpPr>
              <p:cNvPr id="4477" name="Google Shape;4477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8" name="Google Shape;4478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9" name="Google Shape;4479;p173"/>
            <p:cNvSpPr txBox="1"/>
            <p:nvPr/>
          </p:nvSpPr>
          <p:spPr>
            <a:xfrm>
              <a:off x="11735774" y="4989438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173"/>
            <p:cNvSpPr txBox="1"/>
            <p:nvPr/>
          </p:nvSpPr>
          <p:spPr>
            <a:xfrm>
              <a:off x="11716577" y="5665545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1" name="Google Shape;4481;p173"/>
            <p:cNvGrpSpPr/>
            <p:nvPr/>
          </p:nvGrpSpPr>
          <p:grpSpPr>
            <a:xfrm>
              <a:off x="4534324" y="4900597"/>
              <a:ext cx="424570" cy="424570"/>
              <a:chOff x="1341330" y="3905170"/>
              <a:chExt cx="364500" cy="364500"/>
            </a:xfrm>
          </p:grpSpPr>
          <p:sp>
            <p:nvSpPr>
              <p:cNvPr id="4482" name="Google Shape;4482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83" name="Google Shape;4483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484" name="Google Shape;4484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485" name="Google Shape;4485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6" name="Google Shape;4486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7" name="Google Shape;4487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8" name="Google Shape;4488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489" name="Google Shape;4489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490" name="Google Shape;4490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491" name="Google Shape;4491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2" name="Google Shape;4492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3" name="Google Shape;4493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494" name="Google Shape;4494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495" name="Google Shape;4495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6" name="Google Shape;4496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7" name="Google Shape;4497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98" name="Google Shape;4498;p173"/>
            <p:cNvGrpSpPr/>
            <p:nvPr/>
          </p:nvGrpSpPr>
          <p:grpSpPr>
            <a:xfrm>
              <a:off x="6718945" y="5181072"/>
              <a:ext cx="361462" cy="361462"/>
              <a:chOff x="2501858" y="3905171"/>
              <a:chExt cx="457200" cy="457200"/>
            </a:xfrm>
          </p:grpSpPr>
          <p:sp>
            <p:nvSpPr>
              <p:cNvPr id="4499" name="Google Shape;449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0" name="Google Shape;450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01" name="Google Shape;450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2" name="Google Shape;450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03" name="Google Shape;4503;p173"/>
            <p:cNvGrpSpPr/>
            <p:nvPr/>
          </p:nvGrpSpPr>
          <p:grpSpPr>
            <a:xfrm>
              <a:off x="5451508" y="5661549"/>
              <a:ext cx="413647" cy="413647"/>
              <a:chOff x="1785458" y="3905171"/>
              <a:chExt cx="373800" cy="373800"/>
            </a:xfrm>
          </p:grpSpPr>
          <p:sp>
            <p:nvSpPr>
              <p:cNvPr id="4504" name="Google Shape;4504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5" name="Google Shape;4505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06" name="Google Shape;4506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7" name="Google Shape;4507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8" name="Google Shape;4508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9" name="Google Shape;4509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0" name="Google Shape;4510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1" name="Google Shape;4511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2" name="Google Shape;4512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3" name="Google Shape;4513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4" name="Google Shape;4514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5" name="Google Shape;4515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6" name="Google Shape;4516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17" name="Google Shape;4517;p173"/>
            <p:cNvGrpSpPr/>
            <p:nvPr/>
          </p:nvGrpSpPr>
          <p:grpSpPr>
            <a:xfrm>
              <a:off x="6600268" y="6310109"/>
              <a:ext cx="343952" cy="343952"/>
              <a:chOff x="904600" y="3905170"/>
              <a:chExt cx="457200" cy="457200"/>
            </a:xfrm>
          </p:grpSpPr>
          <p:sp>
            <p:nvSpPr>
              <p:cNvPr id="4518" name="Google Shape;4518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19" name="Google Shape;4519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20" name="Google Shape;4520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1" name="Google Shape;4521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2" name="Google Shape;4522;p173"/>
            <p:cNvGrpSpPr/>
            <p:nvPr/>
          </p:nvGrpSpPr>
          <p:grpSpPr>
            <a:xfrm>
              <a:off x="8279303" y="6119608"/>
              <a:ext cx="448330" cy="448330"/>
              <a:chOff x="904600" y="4508420"/>
              <a:chExt cx="457200" cy="457200"/>
            </a:xfrm>
          </p:grpSpPr>
          <p:sp>
            <p:nvSpPr>
              <p:cNvPr id="4523" name="Google Shape;4523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4" name="Google Shape;4524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525" name="Google Shape;4525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6" name="Google Shape;4526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7" name="Google Shape;4527;p173"/>
            <p:cNvGrpSpPr/>
            <p:nvPr/>
          </p:nvGrpSpPr>
          <p:grpSpPr>
            <a:xfrm>
              <a:off x="7321046" y="5381831"/>
              <a:ext cx="457200" cy="457200"/>
              <a:chOff x="1504675" y="4508420"/>
              <a:chExt cx="457200" cy="457200"/>
            </a:xfrm>
          </p:grpSpPr>
          <p:sp>
            <p:nvSpPr>
              <p:cNvPr id="4528" name="Google Shape;4528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9" name="Google Shape;4529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530" name="Google Shape;4530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1" name="Google Shape;4531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2" name="Google Shape;4532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3" name="Google Shape;4533;p173"/>
            <p:cNvGrpSpPr/>
            <p:nvPr/>
          </p:nvGrpSpPr>
          <p:grpSpPr>
            <a:xfrm>
              <a:off x="10564187" y="4817354"/>
              <a:ext cx="457200" cy="457200"/>
              <a:chOff x="904600" y="3905170"/>
              <a:chExt cx="457200" cy="457200"/>
            </a:xfrm>
          </p:grpSpPr>
          <p:sp>
            <p:nvSpPr>
              <p:cNvPr id="4534" name="Google Shape;4534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35" name="Google Shape;4535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36" name="Google Shape;4536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7" name="Google Shape;4537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8" name="Google Shape;4538;p173"/>
            <p:cNvGrpSpPr/>
            <p:nvPr/>
          </p:nvGrpSpPr>
          <p:grpSpPr>
            <a:xfrm>
              <a:off x="9619208" y="5590739"/>
              <a:ext cx="457200" cy="457200"/>
              <a:chOff x="2501858" y="3905171"/>
              <a:chExt cx="457200" cy="457200"/>
            </a:xfrm>
          </p:grpSpPr>
          <p:sp>
            <p:nvSpPr>
              <p:cNvPr id="4539" name="Google Shape;453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40" name="Google Shape;454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41" name="Google Shape;454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2" name="Google Shape;454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49" name="Google Shape;4549;p173"/>
            <p:cNvGrpSpPr/>
            <p:nvPr/>
          </p:nvGrpSpPr>
          <p:grpSpPr>
            <a:xfrm>
              <a:off x="1772470" y="5612982"/>
              <a:ext cx="332570" cy="332570"/>
              <a:chOff x="1341330" y="3905170"/>
              <a:chExt cx="364500" cy="364500"/>
            </a:xfrm>
          </p:grpSpPr>
          <p:sp>
            <p:nvSpPr>
              <p:cNvPr id="4550" name="Google Shape;4550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51" name="Google Shape;4551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552" name="Google Shape;4552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553" name="Google Shape;4553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4" name="Google Shape;4554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5" name="Google Shape;4555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556" name="Google Shape;4556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557" name="Google Shape;4557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558" name="Google Shape;4558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559" name="Google Shape;4559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0" name="Google Shape;4560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1" name="Google Shape;4561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562" name="Google Shape;4562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563" name="Google Shape;4563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4" name="Google Shape;4564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5" name="Google Shape;4565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566" name="Google Shape;4566;p173"/>
            <p:cNvGrpSpPr/>
            <p:nvPr/>
          </p:nvGrpSpPr>
          <p:grpSpPr>
            <a:xfrm>
              <a:off x="1148646" y="5072215"/>
              <a:ext cx="342363" cy="342363"/>
              <a:chOff x="1785458" y="3905171"/>
              <a:chExt cx="373800" cy="373800"/>
            </a:xfrm>
          </p:grpSpPr>
          <p:sp>
            <p:nvSpPr>
              <p:cNvPr id="4567" name="Google Shape;4567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68" name="Google Shape;4568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69" name="Google Shape;4569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0" name="Google Shape;4570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1" name="Google Shape;4571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2" name="Google Shape;4572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3" name="Google Shape;4573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4" name="Google Shape;4574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5" name="Google Shape;4575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6" name="Google Shape;4576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7" name="Google Shape;4577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8" name="Google Shape;4578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9" name="Google Shape;4579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80" name="Google Shape;4580;p173"/>
            <p:cNvGrpSpPr/>
            <p:nvPr/>
          </p:nvGrpSpPr>
          <p:grpSpPr>
            <a:xfrm>
              <a:off x="8877546" y="4905764"/>
              <a:ext cx="585463" cy="621008"/>
              <a:chOff x="5562600" y="2704822"/>
              <a:chExt cx="1066418" cy="1330922"/>
            </a:xfrm>
          </p:grpSpPr>
          <p:sp>
            <p:nvSpPr>
              <p:cNvPr id="4581" name="Google Shape;4581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3" name="Google Shape;4583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84" name="Google Shape;4584;p173"/>
          <p:cNvGrpSpPr/>
          <p:nvPr/>
        </p:nvGrpSpPr>
        <p:grpSpPr>
          <a:xfrm>
            <a:off x="-136199" y="-287584"/>
            <a:ext cx="12418278" cy="2393312"/>
            <a:chOff x="-136200" y="-288563"/>
            <a:chExt cx="12418278" cy="2394030"/>
          </a:xfrm>
        </p:grpSpPr>
        <p:grpSp>
          <p:nvGrpSpPr>
            <p:cNvPr id="4585" name="Google Shape;4585;p173"/>
            <p:cNvGrpSpPr/>
            <p:nvPr/>
          </p:nvGrpSpPr>
          <p:grpSpPr>
            <a:xfrm>
              <a:off x="8197904" y="866941"/>
              <a:ext cx="819030" cy="819030"/>
              <a:chOff x="2615129" y="2596887"/>
              <a:chExt cx="3630453" cy="3630453"/>
            </a:xfrm>
          </p:grpSpPr>
          <p:sp>
            <p:nvSpPr>
              <p:cNvPr id="4586" name="Google Shape;458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87" name="Google Shape;458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8" name="Google Shape;458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9" name="Google Shape;458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0" name="Google Shape;4590;p173"/>
            <p:cNvGrpSpPr/>
            <p:nvPr/>
          </p:nvGrpSpPr>
          <p:grpSpPr>
            <a:xfrm>
              <a:off x="6464409" y="365398"/>
              <a:ext cx="819030" cy="819030"/>
              <a:chOff x="2615129" y="2596887"/>
              <a:chExt cx="3630453" cy="3630453"/>
            </a:xfrm>
          </p:grpSpPr>
          <p:sp>
            <p:nvSpPr>
              <p:cNvPr id="4591" name="Google Shape;4591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2" name="Google Shape;4592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3" name="Google Shape;4593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4" name="Google Shape;4594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5" name="Google Shape;4595;p173"/>
            <p:cNvGrpSpPr/>
            <p:nvPr/>
          </p:nvGrpSpPr>
          <p:grpSpPr>
            <a:xfrm>
              <a:off x="2260040" y="902238"/>
              <a:ext cx="819030" cy="819030"/>
              <a:chOff x="2615129" y="2596887"/>
              <a:chExt cx="3630453" cy="3630453"/>
            </a:xfrm>
          </p:grpSpPr>
          <p:sp>
            <p:nvSpPr>
              <p:cNvPr id="4596" name="Google Shape;459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7" name="Google Shape;459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8" name="Google Shape;459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9" name="Google Shape;459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8" name="Google Shape;4608;p173"/>
            <p:cNvGrpSpPr/>
            <p:nvPr/>
          </p:nvGrpSpPr>
          <p:grpSpPr>
            <a:xfrm>
              <a:off x="7064256" y="1348288"/>
              <a:ext cx="777028" cy="757179"/>
              <a:chOff x="2073624" y="-497637"/>
              <a:chExt cx="777028" cy="757179"/>
            </a:xfrm>
          </p:grpSpPr>
          <p:grpSp>
            <p:nvGrpSpPr>
              <p:cNvPr id="4609" name="Google Shape;4609;p173"/>
              <p:cNvGrpSpPr/>
              <p:nvPr/>
            </p:nvGrpSpPr>
            <p:grpSpPr>
              <a:xfrm>
                <a:off x="2073624" y="-497637"/>
                <a:ext cx="540429" cy="540429"/>
                <a:chOff x="1412135" y="3086621"/>
                <a:chExt cx="816852" cy="816852"/>
              </a:xfrm>
            </p:grpSpPr>
            <p:sp>
              <p:nvSpPr>
                <p:cNvPr id="4610" name="Google Shape;461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11" name="Google Shape;461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2" name="Google Shape;461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3" name="Google Shape;461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14" name="Google Shape;4614;p173"/>
              <p:cNvSpPr/>
              <p:nvPr/>
            </p:nvSpPr>
            <p:spPr>
              <a:xfrm>
                <a:off x="2441452" y="-14965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15" name="Google Shape;4615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2488428" y="-102692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16" name="Google Shape;4616;p173"/>
            <p:cNvSpPr/>
            <p:nvPr/>
          </p:nvSpPr>
          <p:spPr>
            <a:xfrm>
              <a:off x="8322788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173"/>
            <p:cNvSpPr/>
            <p:nvPr/>
          </p:nvSpPr>
          <p:spPr>
            <a:xfrm>
              <a:off x="2959058" y="44865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8" name="Google Shape;4618;p173"/>
            <p:cNvGrpSpPr/>
            <p:nvPr/>
          </p:nvGrpSpPr>
          <p:grpSpPr>
            <a:xfrm>
              <a:off x="3753924" y="242624"/>
              <a:ext cx="777028" cy="757179"/>
              <a:chOff x="-37533" y="336424"/>
              <a:chExt cx="777028" cy="757179"/>
            </a:xfrm>
          </p:grpSpPr>
          <p:grpSp>
            <p:nvGrpSpPr>
              <p:cNvPr id="4619" name="Google Shape;4619;p173"/>
              <p:cNvGrpSpPr/>
              <p:nvPr/>
            </p:nvGrpSpPr>
            <p:grpSpPr>
              <a:xfrm>
                <a:off x="-37533" y="336424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0" name="Google Shape;462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1" name="Google Shape;462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2" name="Google Shape;462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3" name="Google Shape;462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24" name="Google Shape;4624;p173"/>
              <p:cNvSpPr/>
              <p:nvPr/>
            </p:nvSpPr>
            <p:spPr>
              <a:xfrm>
                <a:off x="330295" y="6844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25" name="Google Shape;4625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06400" y="7605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26" name="Google Shape;4626;p173"/>
            <p:cNvGrpSpPr/>
            <p:nvPr/>
          </p:nvGrpSpPr>
          <p:grpSpPr>
            <a:xfrm>
              <a:off x="4652689" y="1034760"/>
              <a:ext cx="777028" cy="757179"/>
              <a:chOff x="4652689" y="1034760"/>
              <a:chExt cx="777028" cy="757179"/>
            </a:xfrm>
          </p:grpSpPr>
          <p:grpSp>
            <p:nvGrpSpPr>
              <p:cNvPr id="4627" name="Google Shape;4627;p173"/>
              <p:cNvGrpSpPr/>
              <p:nvPr/>
            </p:nvGrpSpPr>
            <p:grpSpPr>
              <a:xfrm>
                <a:off x="4652689" y="1034760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8" name="Google Shape;4628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9" name="Google Shape;4629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0" name="Google Shape;4630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1" name="Google Shape;4631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32" name="Google Shape;4632;p173"/>
              <p:cNvSpPr/>
              <p:nvPr/>
            </p:nvSpPr>
            <p:spPr>
              <a:xfrm>
                <a:off x="5020517" y="1382739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3" name="Google Shape;4633;p173"/>
              <p:cNvPicPr preferRelativeResize="0"/>
              <p:nvPr/>
            </p:nvPicPr>
            <p:blipFill rotWithShape="1">
              <a:blip r:embed="rId5">
                <a:alphaModFix amt="70000"/>
              </a:blip>
              <a:srcRect/>
              <a:stretch/>
            </p:blipFill>
            <p:spPr>
              <a:xfrm>
                <a:off x="5107675" y="1469898"/>
                <a:ext cx="234909" cy="2349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4" name="Google Shape;4634;p173"/>
            <p:cNvGrpSpPr/>
            <p:nvPr/>
          </p:nvGrpSpPr>
          <p:grpSpPr>
            <a:xfrm>
              <a:off x="5638264" y="431471"/>
              <a:ext cx="550200" cy="550200"/>
              <a:chOff x="5412942" y="182107"/>
              <a:chExt cx="550200" cy="550200"/>
            </a:xfrm>
          </p:grpSpPr>
          <p:sp>
            <p:nvSpPr>
              <p:cNvPr id="4635" name="Google Shape;4635;p173"/>
              <p:cNvSpPr/>
              <p:nvPr/>
            </p:nvSpPr>
            <p:spPr>
              <a:xfrm>
                <a:off x="5412942" y="182107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6" name="Google Shape;4636;p173"/>
              <p:cNvPicPr preferRelativeResize="0"/>
              <p:nvPr/>
            </p:nvPicPr>
            <p:blipFill rotWithShape="1">
              <a:blip r:embed="rId6">
                <a:alphaModFix amt="70000"/>
              </a:blip>
              <a:srcRect/>
              <a:stretch/>
            </p:blipFill>
            <p:spPr>
              <a:xfrm>
                <a:off x="5526174" y="299088"/>
                <a:ext cx="349250" cy="3492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7" name="Google Shape;4637;p173"/>
            <p:cNvGrpSpPr/>
            <p:nvPr/>
          </p:nvGrpSpPr>
          <p:grpSpPr>
            <a:xfrm>
              <a:off x="7631990" y="198628"/>
              <a:ext cx="550200" cy="550200"/>
              <a:chOff x="7631990" y="198628"/>
              <a:chExt cx="550200" cy="550200"/>
            </a:xfrm>
          </p:grpSpPr>
          <p:sp>
            <p:nvSpPr>
              <p:cNvPr id="4638" name="Google Shape;4638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9" name="Google Shape;4639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50" name="Google Shape;4650;p173"/>
            <p:cNvSpPr/>
            <p:nvPr/>
          </p:nvSpPr>
          <p:spPr>
            <a:xfrm>
              <a:off x="3706344" y="1101510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173"/>
            <p:cNvSpPr/>
            <p:nvPr/>
          </p:nvSpPr>
          <p:spPr>
            <a:xfrm>
              <a:off x="9769422" y="1275504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173"/>
            <p:cNvSpPr/>
            <p:nvPr/>
          </p:nvSpPr>
          <p:spPr>
            <a:xfrm>
              <a:off x="1004308" y="1497881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3" name="Google Shape;4653;p173"/>
            <p:cNvSpPr/>
            <p:nvPr/>
          </p:nvSpPr>
          <p:spPr>
            <a:xfrm>
              <a:off x="4587702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4" name="Google Shape;4654;p173"/>
            <p:cNvSpPr/>
            <p:nvPr/>
          </p:nvSpPr>
          <p:spPr>
            <a:xfrm>
              <a:off x="4715113" y="175242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173"/>
            <p:cNvSpPr/>
            <p:nvPr/>
          </p:nvSpPr>
          <p:spPr>
            <a:xfrm>
              <a:off x="7618010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7" name="Google Shape;4657;p173"/>
            <p:cNvSpPr/>
            <p:nvPr/>
          </p:nvSpPr>
          <p:spPr>
            <a:xfrm>
              <a:off x="5554148" y="149788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173"/>
            <p:cNvSpPr/>
            <p:nvPr/>
          </p:nvSpPr>
          <p:spPr>
            <a:xfrm>
              <a:off x="5336625" y="9997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173"/>
            <p:cNvSpPr/>
            <p:nvPr/>
          </p:nvSpPr>
          <p:spPr>
            <a:xfrm>
              <a:off x="290308" y="101286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0" name="Google Shape;4660;p173"/>
            <p:cNvSpPr/>
            <p:nvPr/>
          </p:nvSpPr>
          <p:spPr>
            <a:xfrm>
              <a:off x="62671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73"/>
            <p:cNvSpPr/>
            <p:nvPr/>
          </p:nvSpPr>
          <p:spPr>
            <a:xfrm>
              <a:off x="190306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73"/>
            <p:cNvSpPr/>
            <p:nvPr/>
          </p:nvSpPr>
          <p:spPr>
            <a:xfrm>
              <a:off x="2848159" y="169394"/>
              <a:ext cx="222683" cy="226251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63" name="Google Shape;4663;p173"/>
            <p:cNvGrpSpPr/>
            <p:nvPr/>
          </p:nvGrpSpPr>
          <p:grpSpPr>
            <a:xfrm>
              <a:off x="8851093" y="116159"/>
              <a:ext cx="540429" cy="540429"/>
              <a:chOff x="1412135" y="3086621"/>
              <a:chExt cx="816852" cy="816852"/>
            </a:xfrm>
          </p:grpSpPr>
          <p:sp>
            <p:nvSpPr>
              <p:cNvPr id="4664" name="Google Shape;466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65" name="Google Shape;466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6" name="Google Shape;466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7" name="Google Shape;466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69" name="Google Shape;4669;p173"/>
            <p:cNvSpPr/>
            <p:nvPr/>
          </p:nvSpPr>
          <p:spPr>
            <a:xfrm>
              <a:off x="10481560" y="146271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73"/>
            <p:cNvSpPr/>
            <p:nvPr/>
          </p:nvSpPr>
          <p:spPr>
            <a:xfrm>
              <a:off x="7209961" y="55359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73"/>
            <p:cNvSpPr/>
            <p:nvPr/>
          </p:nvSpPr>
          <p:spPr>
            <a:xfrm>
              <a:off x="6096000" y="9542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73"/>
            <p:cNvSpPr/>
            <p:nvPr/>
          </p:nvSpPr>
          <p:spPr>
            <a:xfrm>
              <a:off x="3550883" y="-10797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73"/>
            <p:cNvSpPr/>
            <p:nvPr/>
          </p:nvSpPr>
          <p:spPr>
            <a:xfrm>
              <a:off x="4325920" y="23127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83" name="Google Shape;4683;p173"/>
            <p:cNvGrpSpPr/>
            <p:nvPr/>
          </p:nvGrpSpPr>
          <p:grpSpPr>
            <a:xfrm>
              <a:off x="4837777" y="-270894"/>
              <a:ext cx="540429" cy="540429"/>
              <a:chOff x="1412135" y="3086621"/>
              <a:chExt cx="816852" cy="816852"/>
            </a:xfrm>
          </p:grpSpPr>
          <p:sp>
            <p:nvSpPr>
              <p:cNvPr id="4684" name="Google Shape;468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85" name="Google Shape;468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6" name="Google Shape;468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7" name="Google Shape;468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8" name="Google Shape;4688;p173"/>
            <p:cNvSpPr/>
            <p:nvPr/>
          </p:nvSpPr>
          <p:spPr>
            <a:xfrm>
              <a:off x="290308" y="1428175"/>
              <a:ext cx="245400" cy="245400"/>
            </a:xfrm>
            <a:prstGeom prst="ellipse">
              <a:avLst/>
            </a:prstGeom>
            <a:solidFill>
              <a:srgbClr val="B5B3B3">
                <a:alpha val="502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73"/>
            <p:cNvSpPr/>
            <p:nvPr/>
          </p:nvSpPr>
          <p:spPr>
            <a:xfrm>
              <a:off x="11761216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73"/>
            <p:cNvSpPr/>
            <p:nvPr/>
          </p:nvSpPr>
          <p:spPr>
            <a:xfrm>
              <a:off x="9449746" y="94897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1" name="Google Shape;4691;p173"/>
            <p:cNvGrpSpPr/>
            <p:nvPr/>
          </p:nvGrpSpPr>
          <p:grpSpPr>
            <a:xfrm>
              <a:off x="9228399" y="448813"/>
              <a:ext cx="559822" cy="343136"/>
              <a:chOff x="8746323" y="1277512"/>
              <a:chExt cx="833812" cy="511075"/>
            </a:xfrm>
          </p:grpSpPr>
          <p:sp>
            <p:nvSpPr>
              <p:cNvPr id="4692" name="Google Shape;4692;p173"/>
              <p:cNvSpPr/>
              <p:nvPr/>
            </p:nvSpPr>
            <p:spPr>
              <a:xfrm>
                <a:off x="8746323" y="1277512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 w="19050" cap="flat" cmpd="sng">
                <a:solidFill>
                  <a:srgbClr val="B5B3B3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3" name="Google Shape;4693;p173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966649" y="1392450"/>
                <a:ext cx="385123" cy="3851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94" name="Google Shape;4694;p173"/>
            <p:cNvGrpSpPr/>
            <p:nvPr/>
          </p:nvGrpSpPr>
          <p:grpSpPr>
            <a:xfrm>
              <a:off x="5163169" y="103173"/>
              <a:ext cx="563073" cy="345129"/>
              <a:chOff x="5966724" y="782226"/>
              <a:chExt cx="833812" cy="511075"/>
            </a:xfrm>
          </p:grpSpPr>
          <p:sp>
            <p:nvSpPr>
              <p:cNvPr id="4695" name="Google Shape;4695;p173"/>
              <p:cNvSpPr/>
              <p:nvPr/>
            </p:nvSpPr>
            <p:spPr>
              <a:xfrm>
                <a:off x="5966724" y="782226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6" name="Google Shape;4696;p17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195317" y="938372"/>
                <a:ext cx="341968" cy="2657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5" name="Google Shape;4705;p173"/>
            <p:cNvGrpSpPr/>
            <p:nvPr/>
          </p:nvGrpSpPr>
          <p:grpSpPr>
            <a:xfrm>
              <a:off x="3209299" y="846786"/>
              <a:ext cx="409200" cy="409200"/>
              <a:chOff x="7584484" y="1848667"/>
              <a:chExt cx="409200" cy="409200"/>
            </a:xfrm>
          </p:grpSpPr>
          <p:sp>
            <p:nvSpPr>
              <p:cNvPr id="4706" name="Google Shape;4706;p173"/>
              <p:cNvSpPr/>
              <p:nvPr/>
            </p:nvSpPr>
            <p:spPr>
              <a:xfrm>
                <a:off x="7584484" y="1848667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07" name="Google Shape;4707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7631460" y="1895633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8" name="Google Shape;4708;p173"/>
            <p:cNvGrpSpPr/>
            <p:nvPr/>
          </p:nvGrpSpPr>
          <p:grpSpPr>
            <a:xfrm>
              <a:off x="-136200" y="1223575"/>
              <a:ext cx="409200" cy="409200"/>
              <a:chOff x="4274152" y="743003"/>
              <a:chExt cx="409200" cy="409200"/>
            </a:xfrm>
          </p:grpSpPr>
          <p:sp>
            <p:nvSpPr>
              <p:cNvPr id="4709" name="Google Shape;4709;p173"/>
              <p:cNvSpPr/>
              <p:nvPr/>
            </p:nvSpPr>
            <p:spPr>
              <a:xfrm>
                <a:off x="4274152" y="7430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0" name="Google Shape;4710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350257" y="8191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11" name="Google Shape;4711;p173"/>
            <p:cNvGrpSpPr/>
            <p:nvPr/>
          </p:nvGrpSpPr>
          <p:grpSpPr>
            <a:xfrm>
              <a:off x="8916458" y="1101510"/>
              <a:ext cx="409200" cy="409200"/>
              <a:chOff x="1528820" y="1234468"/>
              <a:chExt cx="409200" cy="409200"/>
            </a:xfrm>
          </p:grpSpPr>
          <p:sp>
            <p:nvSpPr>
              <p:cNvPr id="4712" name="Google Shape;4712;p173"/>
              <p:cNvSpPr/>
              <p:nvPr/>
            </p:nvSpPr>
            <p:spPr>
              <a:xfrm>
                <a:off x="1528820" y="123446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3" name="Google Shape;4713;p173"/>
              <p:cNvPicPr preferRelativeResize="0"/>
              <p:nvPr/>
            </p:nvPicPr>
            <p:blipFill rotWithShape="1">
              <a:blip r:embed="rId10">
                <a:alphaModFix amt="70000"/>
              </a:blip>
              <a:srcRect/>
              <a:stretch/>
            </p:blipFill>
            <p:spPr>
              <a:xfrm>
                <a:off x="1606671" y="1313345"/>
                <a:ext cx="251470" cy="2514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0" name="Google Shape;4720;p173"/>
            <p:cNvGrpSpPr/>
            <p:nvPr/>
          </p:nvGrpSpPr>
          <p:grpSpPr>
            <a:xfrm>
              <a:off x="3156075" y="67045"/>
              <a:ext cx="404947" cy="404947"/>
              <a:chOff x="7631990" y="198628"/>
              <a:chExt cx="550200" cy="550200"/>
            </a:xfrm>
          </p:grpSpPr>
          <p:sp>
            <p:nvSpPr>
              <p:cNvPr id="4721" name="Google Shape;4721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22" name="Google Shape;4722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7" name="Google Shape;4727;p173"/>
            <p:cNvGrpSpPr/>
            <p:nvPr/>
          </p:nvGrpSpPr>
          <p:grpSpPr>
            <a:xfrm>
              <a:off x="10892805" y="895484"/>
              <a:ext cx="777028" cy="757179"/>
              <a:chOff x="10892805" y="895484"/>
              <a:chExt cx="777028" cy="757179"/>
            </a:xfrm>
          </p:grpSpPr>
          <p:grpSp>
            <p:nvGrpSpPr>
              <p:cNvPr id="4728" name="Google Shape;4728;p173"/>
              <p:cNvGrpSpPr/>
              <p:nvPr/>
            </p:nvGrpSpPr>
            <p:grpSpPr>
              <a:xfrm>
                <a:off x="10892805" y="895484"/>
                <a:ext cx="777028" cy="757179"/>
                <a:chOff x="10892805" y="895484"/>
                <a:chExt cx="777028" cy="757179"/>
              </a:xfrm>
            </p:grpSpPr>
            <p:grpSp>
              <p:nvGrpSpPr>
                <p:cNvPr id="4729" name="Google Shape;4729;p173"/>
                <p:cNvGrpSpPr/>
                <p:nvPr/>
              </p:nvGrpSpPr>
              <p:grpSpPr>
                <a:xfrm>
                  <a:off x="10892805" y="895484"/>
                  <a:ext cx="540429" cy="540429"/>
                  <a:chOff x="1412135" y="3086621"/>
                  <a:chExt cx="816852" cy="816852"/>
                </a:xfrm>
              </p:grpSpPr>
              <p:sp>
                <p:nvSpPr>
                  <p:cNvPr id="4730" name="Google Shape;4730;p173"/>
                  <p:cNvSpPr/>
                  <p:nvPr/>
                </p:nvSpPr>
                <p:spPr>
                  <a:xfrm>
                    <a:off x="1412135" y="3086621"/>
                    <a:ext cx="816852" cy="816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0453" h="3630453" extrusionOk="0">
                        <a:moveTo>
                          <a:pt x="0" y="990124"/>
                        </a:moveTo>
                        <a:cubicBezTo>
                          <a:pt x="0" y="443294"/>
                          <a:pt x="443294" y="0"/>
                          <a:pt x="990124" y="0"/>
                        </a:cubicBezTo>
                        <a:lnTo>
                          <a:pt x="2640330" y="0"/>
                        </a:lnTo>
                        <a:cubicBezTo>
                          <a:pt x="3187160" y="0"/>
                          <a:pt x="3630454" y="443294"/>
                          <a:pt x="3630454" y="990124"/>
                        </a:cubicBezTo>
                        <a:lnTo>
                          <a:pt x="3630454" y="2640330"/>
                        </a:lnTo>
                        <a:cubicBezTo>
                          <a:pt x="3630454" y="3187160"/>
                          <a:pt x="3187160" y="3630454"/>
                          <a:pt x="2640330" y="3630454"/>
                        </a:cubicBezTo>
                        <a:lnTo>
                          <a:pt x="990124" y="3630454"/>
                        </a:lnTo>
                        <a:cubicBezTo>
                          <a:pt x="443294" y="3630454"/>
                          <a:pt x="0" y="3187160"/>
                          <a:pt x="0" y="2640330"/>
                        </a:cubicBezTo>
                        <a:lnTo>
                          <a:pt x="0" y="9901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171450" dist="19050" algn="bl" rotWithShape="0">
                      <a:srgbClr val="000000">
                        <a:alpha val="10000"/>
                      </a:srgbClr>
                    </a:outerShdw>
                  </a:effectLst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/>
                  </a:p>
                </p:txBody>
              </p:sp>
              <p:sp>
                <p:nvSpPr>
                  <p:cNvPr id="4731" name="Google Shape;4731;p173"/>
                  <p:cNvSpPr/>
                  <p:nvPr/>
                </p:nvSpPr>
                <p:spPr>
                  <a:xfrm>
                    <a:off x="1795048" y="3213693"/>
                    <a:ext cx="204518" cy="207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8970" h="923543" extrusionOk="0">
                        <a:moveTo>
                          <a:pt x="455390" y="923544"/>
                        </a:moveTo>
                        <a:cubicBezTo>
                          <a:pt x="455390" y="669131"/>
                          <a:pt x="658273" y="462724"/>
                          <a:pt x="908971" y="461772"/>
                        </a:cubicBezTo>
                        <a:cubicBezTo>
                          <a:pt x="658273" y="460820"/>
                          <a:pt x="455390" y="254413"/>
                          <a:pt x="455390" y="0"/>
                        </a:cubicBezTo>
                        <a:lnTo>
                          <a:pt x="455390" y="0"/>
                        </a:lnTo>
                        <a:cubicBezTo>
                          <a:pt x="455390" y="254984"/>
                          <a:pt x="251555" y="461772"/>
                          <a:pt x="0" y="461772"/>
                        </a:cubicBezTo>
                        <a:cubicBezTo>
                          <a:pt x="251460" y="461772"/>
                          <a:pt x="455390" y="668560"/>
                          <a:pt x="455390" y="923544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2" name="Google Shape;4732;p173"/>
                  <p:cNvSpPr/>
                  <p:nvPr/>
                </p:nvSpPr>
                <p:spPr>
                  <a:xfrm>
                    <a:off x="1811273" y="3565961"/>
                    <a:ext cx="208762" cy="212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7830" h="942784" extrusionOk="0">
                        <a:moveTo>
                          <a:pt x="463010" y="0"/>
                        </a:moveTo>
                        <a:cubicBezTo>
                          <a:pt x="463010" y="259747"/>
                          <a:pt x="255842" y="470344"/>
                          <a:pt x="0" y="471392"/>
                        </a:cubicBezTo>
                        <a:cubicBezTo>
                          <a:pt x="255842" y="472345"/>
                          <a:pt x="463010" y="683038"/>
                          <a:pt x="463010" y="942784"/>
                        </a:cubicBezTo>
                        <a:lnTo>
                          <a:pt x="463010" y="942784"/>
                        </a:lnTo>
                        <a:cubicBezTo>
                          <a:pt x="463010" y="682466"/>
                          <a:pt x="671132" y="471392"/>
                          <a:pt x="927830" y="471392"/>
                        </a:cubicBezTo>
                        <a:cubicBezTo>
                          <a:pt x="671132" y="471392"/>
                          <a:pt x="463010" y="260318"/>
                          <a:pt x="463010" y="0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3" name="Google Shape;4733;p173"/>
                  <p:cNvSpPr/>
                  <p:nvPr/>
                </p:nvSpPr>
                <p:spPr>
                  <a:xfrm>
                    <a:off x="1547910" y="3335048"/>
                    <a:ext cx="339685" cy="345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9712" h="1533906" extrusionOk="0">
                        <a:moveTo>
                          <a:pt x="753428" y="0"/>
                        </a:moveTo>
                        <a:cubicBezTo>
                          <a:pt x="753428" y="422624"/>
                          <a:pt x="416433" y="765334"/>
                          <a:pt x="0" y="766953"/>
                        </a:cubicBezTo>
                        <a:cubicBezTo>
                          <a:pt x="416338" y="768572"/>
                          <a:pt x="753428" y="1111282"/>
                          <a:pt x="753428" y="1533906"/>
                        </a:cubicBezTo>
                        <a:lnTo>
                          <a:pt x="753428" y="1533906"/>
                        </a:lnTo>
                        <a:cubicBezTo>
                          <a:pt x="753428" y="1110329"/>
                          <a:pt x="1092041" y="766953"/>
                          <a:pt x="1509712" y="766953"/>
                        </a:cubicBezTo>
                        <a:cubicBezTo>
                          <a:pt x="1092041" y="766953"/>
                          <a:pt x="753428" y="423577"/>
                          <a:pt x="753428" y="0"/>
                        </a:cubicBezTo>
                        <a:close/>
                      </a:path>
                    </a:pathLst>
                  </a:custGeom>
                  <a:solidFill>
                    <a:srgbClr val="FFD9A8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34" name="Google Shape;4734;p173"/>
                <p:cNvSpPr/>
                <p:nvPr/>
              </p:nvSpPr>
              <p:spPr>
                <a:xfrm>
                  <a:off x="11260633" y="1243463"/>
                  <a:ext cx="409200" cy="4092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</p:grpSp>
          <p:pic>
            <p:nvPicPr>
              <p:cNvPr id="4735" name="Google Shape;4735;p173" descr="The image features a simple, modern, black speech bubble characterized by a bold, white filled circle, symbolizing a clear, concise message.&#10;&#10;AI-generated content may be incorrect."/>
              <p:cNvPicPr preferRelativeResize="0"/>
              <p:nvPr/>
            </p:nvPicPr>
            <p:blipFill rotWithShape="1">
              <a:blip r:embed="rId11">
                <a:alphaModFix amt="70000"/>
              </a:blip>
              <a:srcRect/>
              <a:stretch/>
            </p:blipFill>
            <p:spPr>
              <a:xfrm>
                <a:off x="11367203" y="1349529"/>
                <a:ext cx="194220" cy="1942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739" name="Google Shape;4739;p173"/>
          <p:cNvSpPr/>
          <p:nvPr/>
        </p:nvSpPr>
        <p:spPr>
          <a:xfrm rot="10800000" flipH="1">
            <a:off x="0" y="3780608"/>
            <a:ext cx="12192000" cy="3076500"/>
          </a:xfrm>
          <a:prstGeom prst="rect">
            <a:avLst/>
          </a:prstGeom>
          <a:gradFill>
            <a:gsLst>
              <a:gs pos="0">
                <a:srgbClr val="FFFFFF"/>
              </a:gs>
              <a:gs pos="31000">
                <a:srgbClr val="FFFFFF">
                  <a:alpha val="74902"/>
                </a:srgbClr>
              </a:gs>
              <a:gs pos="9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F6F6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0" name="Google Shape;4740;p173"/>
          <p:cNvSpPr/>
          <p:nvPr/>
        </p:nvSpPr>
        <p:spPr>
          <a:xfrm>
            <a:off x="1703575" y="2589913"/>
            <a:ext cx="8784900" cy="1919400"/>
          </a:xfrm>
          <a:prstGeom prst="roundRect">
            <a:avLst>
              <a:gd name="adj" fmla="val 16667"/>
            </a:avLst>
          </a:prstGeom>
          <a:solidFill>
            <a:srgbClr val="FFFFFF">
              <a:alpha val="63920"/>
            </a:srgbClr>
          </a:solidFill>
          <a:ln w="9525" cap="flat" cmpd="sng">
            <a:solidFill>
              <a:srgbClr val="FFA9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 0"/>
          <p:cNvSpPr/>
          <p:nvPr/>
        </p:nvSpPr>
        <p:spPr>
          <a:xfrm>
            <a:off x="1700784" y="2788920"/>
            <a:ext cx="8787384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400" b="1" kern="0" spc="-126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Databricks and </a:t>
            </a:r>
            <a:r>
              <a:rPr lang="en-US" sz="4400" b="1" kern="0" spc="-126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Genie</a:t>
            </a:r>
            <a:endParaRPr lang="en-US" sz="6300"/>
          </a:p>
        </p:txBody>
      </p:sp>
      <p:sp>
        <p:nvSpPr>
          <p:cNvPr id="3" name="Text 1"/>
          <p:cNvSpPr/>
          <p:nvPr/>
        </p:nvSpPr>
        <p:spPr>
          <a:xfrm>
            <a:off x="2011680" y="3794760"/>
            <a:ext cx="81655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90000"/>
              </a:lnSpc>
            </a:pPr>
            <a:r>
              <a:rPr lang="en-US" sz="1100" err="1">
                <a:solidFill>
                  <a:srgbClr val="618794"/>
                </a:solidFill>
                <a:latin typeface="DM Mono"/>
                <a:ea typeface="DM Mono" pitchFamily="34" charset="-122"/>
                <a:cs typeface="DM Mono" pitchFamily="34" charset="-120"/>
              </a:rPr>
              <a:t>Section 01 · What Databricks Is, The Data and AI Platform, The Genie Family</a:t>
            </a:r>
            <a:endParaRPr lang="en-US" sz="1100">
              <a:latin typeface="DM Mono"/>
            </a:endParaRPr>
          </a:p>
        </p:txBody>
      </p:sp>
      <p:pic>
        <p:nvPicPr>
          <p:cNvPr id="9040" name="Diggibyte Logo" descr="Diggibyte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42" name="Databricks 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pic>
        <p:nvPicPr>
          <p:cNvPr id="9043" name="Genie Logo" descr="geni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What Is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Databricks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029" name="Shape 20029"/>
          <p:cNvSpPr/>
          <p:nvPr/>
        </p:nvSpPr>
        <p:spPr>
          <a:xfrm>
            <a:off x="685800" y="1645920"/>
            <a:ext cx="10817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Databricks is a </a:t>
            </a: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 and AI platform</a:t>
            </a: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that runs in your own cloud account. Data engineering, warehousing, BI and AI all work on </a:t>
            </a: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one governed copy</a:t>
            </a: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of your data.</a:t>
            </a:r>
            <a:endParaRPr lang="en-US" sz="1200"/>
          </a:p>
        </p:txBody>
      </p:sp>
      <p:sp>
        <p:nvSpPr>
          <p:cNvPr id="20030" name="Shape 20030"/>
          <p:cNvSpPr/>
          <p:nvPr/>
        </p:nvSpPr>
        <p:spPr>
          <a:xfrm>
            <a:off x="685800" y="2194560"/>
            <a:ext cx="5074920" cy="3108960"/>
          </a:xfrm>
          <a:prstGeom prst="roundRect">
            <a:avLst>
              <a:gd name="adj" fmla="val 4000"/>
            </a:avLst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31" name="Shape 20031"/>
          <p:cNvSpPr/>
          <p:nvPr/>
        </p:nvSpPr>
        <p:spPr>
          <a:xfrm>
            <a:off x="914400" y="2304288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THE USUAL ESTATE</a:t>
            </a:r>
            <a:endParaRPr lang="en-US" sz="850"/>
          </a:p>
        </p:txBody>
      </p:sp>
      <p:sp>
        <p:nvSpPr>
          <p:cNvPr id="20032" name="Shape 20032"/>
          <p:cNvSpPr/>
          <p:nvPr/>
        </p:nvSpPr>
        <p:spPr>
          <a:xfrm>
            <a:off x="914400" y="2523744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Many tools, many copies</a:t>
            </a:r>
            <a:endParaRPr lang="en-US" sz="1500"/>
          </a:p>
        </p:txBody>
      </p:sp>
      <p:sp>
        <p:nvSpPr>
          <p:cNvPr id="20033" name="Shape 20033"/>
          <p:cNvSpPr/>
          <p:nvPr/>
        </p:nvSpPr>
        <p:spPr>
          <a:xfrm>
            <a:off x="6428232" y="2194560"/>
            <a:ext cx="5074920" cy="3108960"/>
          </a:xfrm>
          <a:prstGeom prst="roundRect">
            <a:avLst>
              <a:gd name="adj" fmla="val 4000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34" name="Shape 20034"/>
          <p:cNvSpPr/>
          <p:nvPr/>
        </p:nvSpPr>
        <p:spPr>
          <a:xfrm>
            <a:off x="6656832" y="2304288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THE LAKEHOUSE</a:t>
            </a:r>
            <a:endParaRPr lang="en-US" sz="850"/>
          </a:p>
        </p:txBody>
      </p:sp>
      <p:sp>
        <p:nvSpPr>
          <p:cNvPr id="20035" name="Shape 20035"/>
          <p:cNvSpPr/>
          <p:nvPr/>
        </p:nvSpPr>
        <p:spPr>
          <a:xfrm>
            <a:off x="6656832" y="2523744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One platform, one copy</a:t>
            </a:r>
            <a:endParaRPr lang="en-US" sz="1500"/>
          </a:p>
        </p:txBody>
      </p:sp>
      <p:sp>
        <p:nvSpPr>
          <p:cNvPr id="20036" name="Shape 20036"/>
          <p:cNvSpPr/>
          <p:nvPr/>
        </p:nvSpPr>
        <p:spPr>
          <a:xfrm>
            <a:off x="914400" y="3017520"/>
            <a:ext cx="850392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37" name="Shape 20037"/>
          <p:cNvSpPr/>
          <p:nvPr/>
        </p:nvSpPr>
        <p:spPr>
          <a:xfrm>
            <a:off x="969264" y="3127248"/>
            <a:ext cx="7406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 lake</a:t>
            </a:r>
            <a:endParaRPr lang="en-US" sz="1050"/>
          </a:p>
        </p:txBody>
      </p:sp>
      <p:sp>
        <p:nvSpPr>
          <p:cNvPr id="20038" name="Shape 20038"/>
          <p:cNvSpPr/>
          <p:nvPr/>
        </p:nvSpPr>
        <p:spPr>
          <a:xfrm>
            <a:off x="969264" y="3602736"/>
            <a:ext cx="7406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Raw files</a:t>
            </a:r>
            <a:endParaRPr lang="en-US" sz="850"/>
          </a:p>
        </p:txBody>
      </p:sp>
      <p:sp>
        <p:nvSpPr>
          <p:cNvPr id="20039" name="Shape 20039"/>
          <p:cNvSpPr/>
          <p:nvPr/>
        </p:nvSpPr>
        <p:spPr>
          <a:xfrm>
            <a:off x="1856232" y="3017520"/>
            <a:ext cx="850392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40" name="Shape 20040"/>
          <p:cNvSpPr/>
          <p:nvPr/>
        </p:nvSpPr>
        <p:spPr>
          <a:xfrm>
            <a:off x="1911096" y="3127248"/>
            <a:ext cx="7406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Warehouse</a:t>
            </a:r>
            <a:endParaRPr lang="en-US" sz="1050"/>
          </a:p>
        </p:txBody>
      </p:sp>
      <p:sp>
        <p:nvSpPr>
          <p:cNvPr id="20041" name="Shape 20041"/>
          <p:cNvSpPr/>
          <p:nvPr/>
        </p:nvSpPr>
        <p:spPr>
          <a:xfrm>
            <a:off x="1911096" y="3602736"/>
            <a:ext cx="7406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Copied, reshaped</a:t>
            </a:r>
            <a:endParaRPr lang="en-US" sz="850"/>
          </a:p>
        </p:txBody>
      </p:sp>
      <p:sp>
        <p:nvSpPr>
          <p:cNvPr id="20042" name="Shape 20042"/>
          <p:cNvSpPr/>
          <p:nvPr/>
        </p:nvSpPr>
        <p:spPr>
          <a:xfrm>
            <a:off x="2798064" y="3017520"/>
            <a:ext cx="850392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43" name="Shape 20043"/>
          <p:cNvSpPr/>
          <p:nvPr/>
        </p:nvSpPr>
        <p:spPr>
          <a:xfrm>
            <a:off x="2852928" y="3127248"/>
            <a:ext cx="7406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BI tool</a:t>
            </a:r>
            <a:endParaRPr lang="en-US" sz="1050"/>
          </a:p>
        </p:txBody>
      </p:sp>
      <p:sp>
        <p:nvSpPr>
          <p:cNvPr id="20044" name="Shape 20044"/>
          <p:cNvSpPr/>
          <p:nvPr/>
        </p:nvSpPr>
        <p:spPr>
          <a:xfrm>
            <a:off x="2852928" y="3602736"/>
            <a:ext cx="7406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Its own definitions</a:t>
            </a:r>
            <a:endParaRPr lang="en-US" sz="850"/>
          </a:p>
        </p:txBody>
      </p:sp>
      <p:sp>
        <p:nvSpPr>
          <p:cNvPr id="20045" name="Shape 20045"/>
          <p:cNvSpPr/>
          <p:nvPr/>
        </p:nvSpPr>
        <p:spPr>
          <a:xfrm>
            <a:off x="3739896" y="3017520"/>
            <a:ext cx="850392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46" name="Shape 20046"/>
          <p:cNvSpPr/>
          <p:nvPr/>
        </p:nvSpPr>
        <p:spPr>
          <a:xfrm>
            <a:off x="3794760" y="3127248"/>
            <a:ext cx="7406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ML stack</a:t>
            </a:r>
            <a:endParaRPr lang="en-US" sz="1050"/>
          </a:p>
        </p:txBody>
      </p:sp>
      <p:sp>
        <p:nvSpPr>
          <p:cNvPr id="20047" name="Shape 20047"/>
          <p:cNvSpPr/>
          <p:nvPr/>
        </p:nvSpPr>
        <p:spPr>
          <a:xfrm>
            <a:off x="3794760" y="3602736"/>
            <a:ext cx="7406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Another copy</a:t>
            </a:r>
            <a:endParaRPr lang="en-US" sz="850"/>
          </a:p>
        </p:txBody>
      </p:sp>
      <p:sp>
        <p:nvSpPr>
          <p:cNvPr id="20048" name="Shape 20048"/>
          <p:cNvSpPr/>
          <p:nvPr/>
        </p:nvSpPr>
        <p:spPr>
          <a:xfrm>
            <a:off x="4681728" y="3017520"/>
            <a:ext cx="850392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49" name="Shape 20049"/>
          <p:cNvSpPr/>
          <p:nvPr/>
        </p:nvSpPr>
        <p:spPr>
          <a:xfrm>
            <a:off x="4736592" y="3127248"/>
            <a:ext cx="7406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Access</a:t>
            </a:r>
            <a:endParaRPr lang="en-US" sz="1050"/>
          </a:p>
        </p:txBody>
      </p:sp>
      <p:sp>
        <p:nvSpPr>
          <p:cNvPr id="20050" name="Shape 20050"/>
          <p:cNvSpPr/>
          <p:nvPr/>
        </p:nvSpPr>
        <p:spPr>
          <a:xfrm>
            <a:off x="4736592" y="3602736"/>
            <a:ext cx="7406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Set again per tool</a:t>
            </a:r>
            <a:endParaRPr lang="en-US" sz="850"/>
          </a:p>
        </p:txBody>
      </p:sp>
      <p:sp>
        <p:nvSpPr>
          <p:cNvPr id="20051" name="Shape 20051"/>
          <p:cNvSpPr/>
          <p:nvPr/>
        </p:nvSpPr>
        <p:spPr>
          <a:xfrm>
            <a:off x="914400" y="43891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Data is copied between tools, every tool defines revenue its own way, and access is set five times. Hard for people, harder for an AI agent.</a:t>
            </a:r>
            <a:endParaRPr lang="en-US" sz="1000"/>
          </a:p>
        </p:txBody>
      </p:sp>
      <p:sp>
        <p:nvSpPr>
          <p:cNvPr id="20052" name="Shape 20052"/>
          <p:cNvSpPr/>
          <p:nvPr/>
        </p:nvSpPr>
        <p:spPr>
          <a:xfrm>
            <a:off x="6656832" y="2944368"/>
            <a:ext cx="461772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53" name="Picture 20052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3044952"/>
            <a:ext cx="310896" cy="310896"/>
          </a:xfrm>
          <a:prstGeom prst="rect">
            <a:avLst/>
          </a:prstGeom>
        </p:spPr>
      </p:pic>
      <p:sp>
        <p:nvSpPr>
          <p:cNvPr id="2" name="Shape 20053"/>
          <p:cNvSpPr/>
          <p:nvPr/>
        </p:nvSpPr>
        <p:spPr>
          <a:xfrm>
            <a:off x="7205472" y="2944368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BI, apps and agents</a:t>
            </a:r>
            <a:endParaRPr lang="en-US" sz="1050"/>
          </a:p>
        </p:txBody>
      </p:sp>
      <p:sp>
        <p:nvSpPr>
          <p:cNvPr id="20054" name="Shape 20054"/>
          <p:cNvSpPr/>
          <p:nvPr/>
        </p:nvSpPr>
        <p:spPr>
          <a:xfrm>
            <a:off x="9308592" y="2944368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AI/BI, Databricks Apps, Genie</a:t>
            </a:r>
            <a:endParaRPr lang="en-US" sz="950"/>
          </a:p>
        </p:txBody>
      </p:sp>
      <p:sp>
        <p:nvSpPr>
          <p:cNvPr id="20055" name="Shape 20055"/>
          <p:cNvSpPr/>
          <p:nvPr/>
        </p:nvSpPr>
        <p:spPr>
          <a:xfrm>
            <a:off x="6656832" y="3511296"/>
            <a:ext cx="461772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56" name="Picture 20055" descr="lake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3611880"/>
            <a:ext cx="310896" cy="310896"/>
          </a:xfrm>
          <a:prstGeom prst="rect">
            <a:avLst/>
          </a:prstGeom>
        </p:spPr>
      </p:pic>
      <p:sp>
        <p:nvSpPr>
          <p:cNvPr id="4" name="Shape 20056"/>
          <p:cNvSpPr/>
          <p:nvPr/>
        </p:nvSpPr>
        <p:spPr>
          <a:xfrm>
            <a:off x="7205472" y="3511296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Engineering and warehousing</a:t>
            </a:r>
            <a:endParaRPr lang="en-US" sz="1050"/>
          </a:p>
        </p:txBody>
      </p:sp>
      <p:sp>
        <p:nvSpPr>
          <p:cNvPr id="20057" name="Shape 20057"/>
          <p:cNvSpPr/>
          <p:nvPr/>
        </p:nvSpPr>
        <p:spPr>
          <a:xfrm>
            <a:off x="9308592" y="3511296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Lakeflow, Databricks SQL</a:t>
            </a:r>
            <a:endParaRPr lang="en-US" sz="950"/>
          </a:p>
        </p:txBody>
      </p:sp>
      <p:sp>
        <p:nvSpPr>
          <p:cNvPr id="20058" name="Shape 20058"/>
          <p:cNvSpPr/>
          <p:nvPr/>
        </p:nvSpPr>
        <p:spPr>
          <a:xfrm>
            <a:off x="6656832" y="4078224"/>
            <a:ext cx="461772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59" name="Picture 20058" descr="unity-cata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4178808"/>
            <a:ext cx="310896" cy="310896"/>
          </a:xfrm>
          <a:prstGeom prst="rect">
            <a:avLst/>
          </a:prstGeom>
        </p:spPr>
      </p:pic>
      <p:sp>
        <p:nvSpPr>
          <p:cNvPr id="8" name="Shape 20059"/>
          <p:cNvSpPr/>
          <p:nvPr/>
        </p:nvSpPr>
        <p:spPr>
          <a:xfrm>
            <a:off x="7205472" y="407822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One governance layer</a:t>
            </a:r>
            <a:endParaRPr lang="en-US" sz="1050"/>
          </a:p>
        </p:txBody>
      </p:sp>
      <p:sp>
        <p:nvSpPr>
          <p:cNvPr id="20060" name="Shape 20060"/>
          <p:cNvSpPr/>
          <p:nvPr/>
        </p:nvSpPr>
        <p:spPr>
          <a:xfrm>
            <a:off x="9308592" y="4078224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Unity Catalog for data and AI</a:t>
            </a:r>
            <a:endParaRPr lang="en-US" sz="950"/>
          </a:p>
        </p:txBody>
      </p:sp>
      <p:sp>
        <p:nvSpPr>
          <p:cNvPr id="20061" name="Shape 20061"/>
          <p:cNvSpPr/>
          <p:nvPr/>
        </p:nvSpPr>
        <p:spPr>
          <a:xfrm>
            <a:off x="6656832" y="4645152"/>
            <a:ext cx="461772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62" name="Picture 20061" descr="delta-lak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704" y="4745736"/>
            <a:ext cx="310896" cy="310896"/>
          </a:xfrm>
          <a:prstGeom prst="rect">
            <a:avLst/>
          </a:prstGeom>
        </p:spPr>
      </p:pic>
      <p:sp>
        <p:nvSpPr>
          <p:cNvPr id="9" name="Shape 20062"/>
          <p:cNvSpPr/>
          <p:nvPr/>
        </p:nvSpPr>
        <p:spPr>
          <a:xfrm>
            <a:off x="7205472" y="464515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One copy, open formats</a:t>
            </a:r>
            <a:endParaRPr lang="en-US" sz="1050"/>
          </a:p>
        </p:txBody>
      </p:sp>
      <p:sp>
        <p:nvSpPr>
          <p:cNvPr id="20063" name="Shape 20063"/>
          <p:cNvSpPr/>
          <p:nvPr/>
        </p:nvSpPr>
        <p:spPr>
          <a:xfrm>
            <a:off x="9308592" y="4645152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Delta Lake, Apache Iceberg</a:t>
            </a:r>
            <a:endParaRPr lang="en-US" sz="950"/>
          </a:p>
        </p:txBody>
      </p:sp>
      <p:cxnSp>
        <p:nvCxnSpPr>
          <p:cNvPr id="20064" name="Arrow 20064"/>
          <p:cNvCxnSpPr/>
          <p:nvPr/>
        </p:nvCxnSpPr>
        <p:spPr>
          <a:xfrm>
            <a:off x="5852160" y="3749040"/>
            <a:ext cx="502920" cy="0"/>
          </a:xfrm>
          <a:prstGeom prst="straightConnector1">
            <a:avLst/>
          </a:prstGeom>
          <a:ln w="19050">
            <a:solidFill>
              <a:srgbClr val="FF3621"/>
            </a:solidFill>
            <a:tailEnd type="triangle" w="med" len="med"/>
          </a:ln>
        </p:spPr>
      </p:cxnSp>
      <p:sp>
        <p:nvSpPr>
          <p:cNvPr id="20065" name="Shape 20065"/>
          <p:cNvSpPr/>
          <p:nvPr/>
        </p:nvSpPr>
        <p:spPr>
          <a:xfrm>
            <a:off x="685800" y="5468112"/>
            <a:ext cx="10817352" cy="502920"/>
          </a:xfrm>
          <a:prstGeom prst="roundRect">
            <a:avLst>
              <a:gd name="adj" fmla="val 8696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66" name="Shape 20066"/>
          <p:cNvSpPr/>
          <p:nvPr/>
        </p:nvSpPr>
        <p:spPr>
          <a:xfrm>
            <a:off x="914400" y="5468112"/>
            <a:ext cx="1036015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endParaRPr lang="en-US" sz="1200"/>
          </a:p>
          <a:p>
            <a:pPr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Why it matters today:</a:t>
            </a: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an agent can only answer well when data, definitions and permissions live in one place it can read. That place is what we build in the lab.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The Data and AI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Platform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067" name="Shape 20067"/>
          <p:cNvSpPr/>
          <p:nvPr/>
        </p:nvSpPr>
        <p:spPr>
          <a:xfrm>
            <a:off x="685800" y="164592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Five layers, one platform. Products outlined in red are the ones you use hands-on today.</a:t>
            </a:r>
            <a:endParaRPr lang="en-US" sz="1200"/>
          </a:p>
        </p:txBody>
      </p:sp>
      <p:sp>
        <p:nvSpPr>
          <p:cNvPr id="20068" name="Shape 20068"/>
          <p:cNvSpPr/>
          <p:nvPr/>
        </p:nvSpPr>
        <p:spPr>
          <a:xfrm>
            <a:off x="685800" y="2084832"/>
            <a:ext cx="2788920" cy="658368"/>
          </a:xfrm>
          <a:prstGeom prst="roundRect">
            <a:avLst>
              <a:gd name="adj" fmla="val 1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69" name="Shape 20069"/>
          <p:cNvSpPr/>
          <p:nvPr/>
        </p:nvSpPr>
        <p:spPr>
          <a:xfrm>
            <a:off x="868680" y="215798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Agentic Apps</a:t>
            </a:r>
            <a:endParaRPr lang="en-US" sz="1200"/>
          </a:p>
        </p:txBody>
      </p:sp>
      <p:sp>
        <p:nvSpPr>
          <p:cNvPr id="20070" name="Shape 20070"/>
          <p:cNvSpPr/>
          <p:nvPr/>
        </p:nvSpPr>
        <p:spPr>
          <a:xfrm>
            <a:off x="868680" y="243230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Deploy agents and apps to the business</a:t>
            </a:r>
            <a:endParaRPr lang="en-US" sz="850"/>
          </a:p>
        </p:txBody>
      </p:sp>
      <p:sp>
        <p:nvSpPr>
          <p:cNvPr id="20071" name="Shape 20071"/>
          <p:cNvSpPr/>
          <p:nvPr/>
        </p:nvSpPr>
        <p:spPr>
          <a:xfrm>
            <a:off x="3566160" y="2084832"/>
            <a:ext cx="7936992" cy="658368"/>
          </a:xfrm>
          <a:prstGeom prst="roundRect">
            <a:avLst>
              <a:gd name="adj" fmla="val 10000"/>
            </a:avLst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72" name="Shape 20072"/>
          <p:cNvSpPr/>
          <p:nvPr/>
        </p:nvSpPr>
        <p:spPr>
          <a:xfrm>
            <a:off x="3675888" y="2194560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73" name="Picture 20072" descr="ai-b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616" y="2267712"/>
            <a:ext cx="310896" cy="310896"/>
          </a:xfrm>
          <a:prstGeom prst="rect">
            <a:avLst/>
          </a:prstGeom>
        </p:spPr>
      </p:pic>
      <p:sp>
        <p:nvSpPr>
          <p:cNvPr id="2" name="Shape 20073"/>
          <p:cNvSpPr/>
          <p:nvPr/>
        </p:nvSpPr>
        <p:spPr>
          <a:xfrm>
            <a:off x="4169664" y="2194560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AI/BI</a:t>
            </a:r>
            <a:endParaRPr lang="en-US" sz="1000"/>
          </a:p>
        </p:txBody>
      </p:sp>
      <p:sp>
        <p:nvSpPr>
          <p:cNvPr id="20074" name="Shape 20074"/>
          <p:cNvSpPr/>
          <p:nvPr/>
        </p:nvSpPr>
        <p:spPr>
          <a:xfrm>
            <a:off x="5637276" y="2194560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75" name="Picture 20074" descr="databricks-ap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7004" y="2267712"/>
            <a:ext cx="310896" cy="310896"/>
          </a:xfrm>
          <a:prstGeom prst="rect">
            <a:avLst/>
          </a:prstGeom>
        </p:spPr>
      </p:pic>
      <p:sp>
        <p:nvSpPr>
          <p:cNvPr id="4" name="Shape 20075"/>
          <p:cNvSpPr/>
          <p:nvPr/>
        </p:nvSpPr>
        <p:spPr>
          <a:xfrm>
            <a:off x="6131052" y="2194560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Databricks Apps</a:t>
            </a:r>
            <a:endParaRPr lang="en-US" sz="1000"/>
          </a:p>
        </p:txBody>
      </p:sp>
      <p:sp>
        <p:nvSpPr>
          <p:cNvPr id="20076" name="Shape 20076"/>
          <p:cNvSpPr/>
          <p:nvPr/>
        </p:nvSpPr>
        <p:spPr>
          <a:xfrm>
            <a:off x="7598664" y="2194560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77" name="Picture 20076" descr="lakew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392" y="2267712"/>
            <a:ext cx="310896" cy="310896"/>
          </a:xfrm>
          <a:prstGeom prst="rect">
            <a:avLst/>
          </a:prstGeom>
        </p:spPr>
      </p:pic>
      <p:sp>
        <p:nvSpPr>
          <p:cNvPr id="8" name="Shape 20077"/>
          <p:cNvSpPr/>
          <p:nvPr/>
        </p:nvSpPr>
        <p:spPr>
          <a:xfrm>
            <a:off x="8092440" y="2194560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Lakewatch</a:t>
            </a:r>
            <a:endParaRPr lang="en-US" sz="1000"/>
          </a:p>
        </p:txBody>
      </p:sp>
      <p:sp>
        <p:nvSpPr>
          <p:cNvPr id="20078" name="Shape 20078"/>
          <p:cNvSpPr/>
          <p:nvPr/>
        </p:nvSpPr>
        <p:spPr>
          <a:xfrm>
            <a:off x="9560052" y="2194560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79" name="Picture 20078" descr="customerl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9780" y="2267712"/>
            <a:ext cx="310896" cy="310896"/>
          </a:xfrm>
          <a:prstGeom prst="rect">
            <a:avLst/>
          </a:prstGeom>
        </p:spPr>
      </p:pic>
      <p:sp>
        <p:nvSpPr>
          <p:cNvPr id="9" name="Shape 20079"/>
          <p:cNvSpPr/>
          <p:nvPr/>
        </p:nvSpPr>
        <p:spPr>
          <a:xfrm>
            <a:off x="10053828" y="2194560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CustomerLake</a:t>
            </a:r>
            <a:endParaRPr lang="en-US" sz="1000"/>
          </a:p>
        </p:txBody>
      </p:sp>
      <p:sp>
        <p:nvSpPr>
          <p:cNvPr id="20080" name="Shape 20080"/>
          <p:cNvSpPr/>
          <p:nvPr/>
        </p:nvSpPr>
        <p:spPr>
          <a:xfrm>
            <a:off x="685800" y="2798064"/>
            <a:ext cx="2788920" cy="658368"/>
          </a:xfrm>
          <a:prstGeom prst="roundRect">
            <a:avLst>
              <a:gd name="adj" fmla="val 1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81" name="Shape 20081"/>
          <p:cNvSpPr/>
          <p:nvPr/>
        </p:nvSpPr>
        <p:spPr>
          <a:xfrm>
            <a:off x="868680" y="287121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Agentic Dev and Work</a:t>
            </a:r>
            <a:endParaRPr lang="en-US" sz="1200"/>
          </a:p>
        </p:txBody>
      </p:sp>
      <p:sp>
        <p:nvSpPr>
          <p:cNvPr id="20082" name="Shape 20082"/>
          <p:cNvSpPr/>
          <p:nvPr/>
        </p:nvSpPr>
        <p:spPr>
          <a:xfrm>
            <a:off x="868680" y="314553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Build and run agents, apps and models</a:t>
            </a:r>
            <a:endParaRPr lang="en-US" sz="850"/>
          </a:p>
        </p:txBody>
      </p:sp>
      <p:sp>
        <p:nvSpPr>
          <p:cNvPr id="20083" name="Shape 20083"/>
          <p:cNvSpPr/>
          <p:nvPr/>
        </p:nvSpPr>
        <p:spPr>
          <a:xfrm>
            <a:off x="3566160" y="2798064"/>
            <a:ext cx="7936992" cy="658368"/>
          </a:xfrm>
          <a:prstGeom prst="roundRect">
            <a:avLst>
              <a:gd name="adj" fmla="val 10000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84" name="Shape 20084"/>
          <p:cNvSpPr/>
          <p:nvPr/>
        </p:nvSpPr>
        <p:spPr>
          <a:xfrm>
            <a:off x="3675888" y="2907792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362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85" name="Picture 20084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2980944"/>
            <a:ext cx="310896" cy="310896"/>
          </a:xfrm>
          <a:prstGeom prst="rect">
            <a:avLst/>
          </a:prstGeom>
        </p:spPr>
      </p:pic>
      <p:sp>
        <p:nvSpPr>
          <p:cNvPr id="10" name="Shape 20085"/>
          <p:cNvSpPr/>
          <p:nvPr/>
        </p:nvSpPr>
        <p:spPr>
          <a:xfrm>
            <a:off x="4169664" y="2907792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</a:t>
            </a:r>
            <a:endParaRPr lang="en-US" sz="1000"/>
          </a:p>
        </p:txBody>
      </p:sp>
      <p:sp>
        <p:nvSpPr>
          <p:cNvPr id="20086" name="Shape 20086"/>
          <p:cNvSpPr/>
          <p:nvPr/>
        </p:nvSpPr>
        <p:spPr>
          <a:xfrm>
            <a:off x="5637276" y="2907792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362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87" name="Picture 20086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004" y="2980944"/>
            <a:ext cx="310896" cy="310896"/>
          </a:xfrm>
          <a:prstGeom prst="rect">
            <a:avLst/>
          </a:prstGeom>
        </p:spPr>
      </p:pic>
      <p:sp>
        <p:nvSpPr>
          <p:cNvPr id="11" name="Shape 20087"/>
          <p:cNvSpPr/>
          <p:nvPr/>
        </p:nvSpPr>
        <p:spPr>
          <a:xfrm>
            <a:off x="6131052" y="2907792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Ontology</a:t>
            </a:r>
            <a:endParaRPr lang="en-US" sz="1000"/>
          </a:p>
        </p:txBody>
      </p:sp>
      <p:sp>
        <p:nvSpPr>
          <p:cNvPr id="20088" name="Shape 20088"/>
          <p:cNvSpPr/>
          <p:nvPr/>
        </p:nvSpPr>
        <p:spPr>
          <a:xfrm>
            <a:off x="7598664" y="2907792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89" name="Picture 20088" descr="agent-brick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392" y="2980944"/>
            <a:ext cx="310896" cy="310896"/>
          </a:xfrm>
          <a:prstGeom prst="rect">
            <a:avLst/>
          </a:prstGeom>
        </p:spPr>
      </p:pic>
      <p:sp>
        <p:nvSpPr>
          <p:cNvPr id="12" name="Shape 20089"/>
          <p:cNvSpPr/>
          <p:nvPr/>
        </p:nvSpPr>
        <p:spPr>
          <a:xfrm>
            <a:off x="8092440" y="2907792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Agent Bricks</a:t>
            </a:r>
            <a:endParaRPr lang="en-US" sz="1000"/>
          </a:p>
        </p:txBody>
      </p:sp>
      <p:sp>
        <p:nvSpPr>
          <p:cNvPr id="20090" name="Shape 20090"/>
          <p:cNvSpPr/>
          <p:nvPr/>
        </p:nvSpPr>
        <p:spPr>
          <a:xfrm>
            <a:off x="685800" y="3511296"/>
            <a:ext cx="2788920" cy="658368"/>
          </a:xfrm>
          <a:prstGeom prst="roundRect">
            <a:avLst>
              <a:gd name="adj" fmla="val 1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91" name="Shape 20091"/>
          <p:cNvSpPr/>
          <p:nvPr/>
        </p:nvSpPr>
        <p:spPr>
          <a:xfrm>
            <a:off x="868680" y="358444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Unified Governance</a:t>
            </a:r>
            <a:endParaRPr lang="en-US" sz="1200"/>
          </a:p>
        </p:txBody>
      </p:sp>
      <p:sp>
        <p:nvSpPr>
          <p:cNvPr id="20092" name="Shape 20092"/>
          <p:cNvSpPr/>
          <p:nvPr/>
        </p:nvSpPr>
        <p:spPr>
          <a:xfrm>
            <a:off x="868680" y="385876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Control of data and AI, and its cost</a:t>
            </a:r>
            <a:endParaRPr lang="en-US" sz="850"/>
          </a:p>
        </p:txBody>
      </p:sp>
      <p:sp>
        <p:nvSpPr>
          <p:cNvPr id="20093" name="Shape 20093"/>
          <p:cNvSpPr/>
          <p:nvPr/>
        </p:nvSpPr>
        <p:spPr>
          <a:xfrm>
            <a:off x="3566160" y="3511296"/>
            <a:ext cx="7936992" cy="658368"/>
          </a:xfrm>
          <a:prstGeom prst="roundRect">
            <a:avLst>
              <a:gd name="adj" fmla="val 10000"/>
            </a:avLst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094" name="Shape 20094"/>
          <p:cNvSpPr/>
          <p:nvPr/>
        </p:nvSpPr>
        <p:spPr>
          <a:xfrm>
            <a:off x="3675888" y="3621024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362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95" name="Picture 20094" descr="unity-catalo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5616" y="3694176"/>
            <a:ext cx="310896" cy="310896"/>
          </a:xfrm>
          <a:prstGeom prst="rect">
            <a:avLst/>
          </a:prstGeom>
        </p:spPr>
      </p:pic>
      <p:sp>
        <p:nvSpPr>
          <p:cNvPr id="13" name="Shape 20095"/>
          <p:cNvSpPr/>
          <p:nvPr/>
        </p:nvSpPr>
        <p:spPr>
          <a:xfrm>
            <a:off x="4169664" y="3621024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Unity Catalog</a:t>
            </a:r>
            <a:endParaRPr lang="en-US" sz="1000"/>
          </a:p>
        </p:txBody>
      </p:sp>
      <p:sp>
        <p:nvSpPr>
          <p:cNvPr id="20096" name="Shape 20096"/>
          <p:cNvSpPr/>
          <p:nvPr/>
        </p:nvSpPr>
        <p:spPr>
          <a:xfrm>
            <a:off x="5637276" y="3621024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97" name="Picture 20096" descr="unity-ai-gatewa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7004" y="3694176"/>
            <a:ext cx="310896" cy="310896"/>
          </a:xfrm>
          <a:prstGeom prst="rect">
            <a:avLst/>
          </a:prstGeom>
        </p:spPr>
      </p:pic>
      <p:sp>
        <p:nvSpPr>
          <p:cNvPr id="14" name="Shape 20097"/>
          <p:cNvSpPr/>
          <p:nvPr/>
        </p:nvSpPr>
        <p:spPr>
          <a:xfrm>
            <a:off x="6131052" y="3621024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Unity Gateway</a:t>
            </a:r>
            <a:endParaRPr lang="en-US" sz="1000"/>
          </a:p>
        </p:txBody>
      </p:sp>
      <p:sp>
        <p:nvSpPr>
          <p:cNvPr id="20098" name="Shape 20098"/>
          <p:cNvSpPr/>
          <p:nvPr/>
        </p:nvSpPr>
        <p:spPr>
          <a:xfrm>
            <a:off x="7598664" y="3621024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099" name="Picture 20098" descr="openshar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08392" y="3694176"/>
            <a:ext cx="310896" cy="310896"/>
          </a:xfrm>
          <a:prstGeom prst="rect">
            <a:avLst/>
          </a:prstGeom>
        </p:spPr>
      </p:pic>
      <p:sp>
        <p:nvSpPr>
          <p:cNvPr id="15" name="Shape 20099"/>
          <p:cNvSpPr/>
          <p:nvPr/>
        </p:nvSpPr>
        <p:spPr>
          <a:xfrm>
            <a:off x="8092440" y="3621024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OpenSharing</a:t>
            </a:r>
            <a:endParaRPr lang="en-US" sz="1000"/>
          </a:p>
        </p:txBody>
      </p:sp>
      <p:sp>
        <p:nvSpPr>
          <p:cNvPr id="20100" name="Shape 20100"/>
          <p:cNvSpPr/>
          <p:nvPr/>
        </p:nvSpPr>
        <p:spPr>
          <a:xfrm>
            <a:off x="685800" y="4224528"/>
            <a:ext cx="2788920" cy="658368"/>
          </a:xfrm>
          <a:prstGeom prst="roundRect">
            <a:avLst>
              <a:gd name="adj" fmla="val 1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01" name="Shape 20101"/>
          <p:cNvSpPr/>
          <p:nvPr/>
        </p:nvSpPr>
        <p:spPr>
          <a:xfrm>
            <a:off x="868680" y="42976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Agentic Data</a:t>
            </a:r>
            <a:endParaRPr lang="en-US" sz="1200"/>
          </a:p>
        </p:txBody>
      </p:sp>
      <p:sp>
        <p:nvSpPr>
          <p:cNvPr id="20102" name="Shape 20102"/>
          <p:cNvSpPr/>
          <p:nvPr/>
        </p:nvSpPr>
        <p:spPr>
          <a:xfrm>
            <a:off x="868680" y="457200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Ingest, transform, warehouse, serve</a:t>
            </a:r>
            <a:endParaRPr lang="en-US" sz="850"/>
          </a:p>
        </p:txBody>
      </p:sp>
      <p:sp>
        <p:nvSpPr>
          <p:cNvPr id="20103" name="Shape 20103"/>
          <p:cNvSpPr/>
          <p:nvPr/>
        </p:nvSpPr>
        <p:spPr>
          <a:xfrm>
            <a:off x="3566160" y="4224528"/>
            <a:ext cx="7936992" cy="658368"/>
          </a:xfrm>
          <a:prstGeom prst="roundRect">
            <a:avLst>
              <a:gd name="adj" fmla="val 10000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04" name="Shape 20104"/>
          <p:cNvSpPr/>
          <p:nvPr/>
        </p:nvSpPr>
        <p:spPr>
          <a:xfrm>
            <a:off x="3675888" y="4334256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362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05" name="Picture 20104" descr="lakeflo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85616" y="4407408"/>
            <a:ext cx="310896" cy="310896"/>
          </a:xfrm>
          <a:prstGeom prst="rect">
            <a:avLst/>
          </a:prstGeom>
        </p:spPr>
      </p:pic>
      <p:sp>
        <p:nvSpPr>
          <p:cNvPr id="16" name="Shape 20105"/>
          <p:cNvSpPr/>
          <p:nvPr/>
        </p:nvSpPr>
        <p:spPr>
          <a:xfrm>
            <a:off x="4169664" y="4334256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Lakeflow</a:t>
            </a:r>
            <a:endParaRPr lang="en-US" sz="1000"/>
          </a:p>
        </p:txBody>
      </p:sp>
      <p:sp>
        <p:nvSpPr>
          <p:cNvPr id="20106" name="Shape 20106"/>
          <p:cNvSpPr/>
          <p:nvPr/>
        </p:nvSpPr>
        <p:spPr>
          <a:xfrm>
            <a:off x="5637276" y="4334256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362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07" name="Picture 20106" descr="databricks-sq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7004" y="4407408"/>
            <a:ext cx="310896" cy="310896"/>
          </a:xfrm>
          <a:prstGeom prst="rect">
            <a:avLst/>
          </a:prstGeom>
        </p:spPr>
      </p:pic>
      <p:sp>
        <p:nvSpPr>
          <p:cNvPr id="17" name="Shape 20107"/>
          <p:cNvSpPr/>
          <p:nvPr/>
        </p:nvSpPr>
        <p:spPr>
          <a:xfrm>
            <a:off x="6131052" y="4334256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Databricks SQL</a:t>
            </a:r>
            <a:endParaRPr lang="en-US" sz="1000"/>
          </a:p>
        </p:txBody>
      </p:sp>
      <p:sp>
        <p:nvSpPr>
          <p:cNvPr id="20108" name="Shape 20108"/>
          <p:cNvSpPr/>
          <p:nvPr/>
        </p:nvSpPr>
        <p:spPr>
          <a:xfrm>
            <a:off x="7598664" y="4334256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09" name="Picture 20108" descr="lakebas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08392" y="4407408"/>
            <a:ext cx="310896" cy="310896"/>
          </a:xfrm>
          <a:prstGeom prst="rect">
            <a:avLst/>
          </a:prstGeom>
        </p:spPr>
      </p:pic>
      <p:sp>
        <p:nvSpPr>
          <p:cNvPr id="18" name="Shape 20109"/>
          <p:cNvSpPr/>
          <p:nvPr/>
        </p:nvSpPr>
        <p:spPr>
          <a:xfrm>
            <a:off x="8092440" y="4334256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Lakebase</a:t>
            </a:r>
            <a:endParaRPr lang="en-US" sz="1000"/>
          </a:p>
        </p:txBody>
      </p:sp>
      <p:sp>
        <p:nvSpPr>
          <p:cNvPr id="20110" name="Shape 20110"/>
          <p:cNvSpPr/>
          <p:nvPr/>
        </p:nvSpPr>
        <p:spPr>
          <a:xfrm>
            <a:off x="685800" y="4937760"/>
            <a:ext cx="2788920" cy="658368"/>
          </a:xfrm>
          <a:prstGeom prst="roundRect">
            <a:avLst>
              <a:gd name="adj" fmla="val 1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11" name="Shape 20111"/>
          <p:cNvSpPr/>
          <p:nvPr/>
        </p:nvSpPr>
        <p:spPr>
          <a:xfrm>
            <a:off x="868680" y="501091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Open Infrastructure</a:t>
            </a:r>
            <a:endParaRPr lang="en-US" sz="1200"/>
          </a:p>
        </p:txBody>
      </p:sp>
      <p:sp>
        <p:nvSpPr>
          <p:cNvPr id="20112" name="Shape 20112"/>
          <p:cNvSpPr/>
          <p:nvPr/>
        </p:nvSpPr>
        <p:spPr>
          <a:xfrm>
            <a:off x="868680" y="528523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Open formats on any cloud</a:t>
            </a:r>
            <a:endParaRPr lang="en-US" sz="850"/>
          </a:p>
        </p:txBody>
      </p:sp>
      <p:sp>
        <p:nvSpPr>
          <p:cNvPr id="20113" name="Shape 20113"/>
          <p:cNvSpPr/>
          <p:nvPr/>
        </p:nvSpPr>
        <p:spPr>
          <a:xfrm>
            <a:off x="3566160" y="4937760"/>
            <a:ext cx="7936992" cy="658368"/>
          </a:xfrm>
          <a:prstGeom prst="roundRect">
            <a:avLst>
              <a:gd name="adj" fmla="val 10000"/>
            </a:avLst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14" name="Shape 20114"/>
          <p:cNvSpPr/>
          <p:nvPr/>
        </p:nvSpPr>
        <p:spPr>
          <a:xfrm>
            <a:off x="3675888" y="5047488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362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15" name="Picture 20114" descr="delta-lak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85616" y="5120640"/>
            <a:ext cx="310896" cy="310896"/>
          </a:xfrm>
          <a:prstGeom prst="rect">
            <a:avLst/>
          </a:prstGeom>
        </p:spPr>
      </p:pic>
      <p:sp>
        <p:nvSpPr>
          <p:cNvPr id="19" name="Shape 20115"/>
          <p:cNvSpPr/>
          <p:nvPr/>
        </p:nvSpPr>
        <p:spPr>
          <a:xfrm>
            <a:off x="4169664" y="5047488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Delta Lake</a:t>
            </a:r>
            <a:endParaRPr lang="en-US" sz="1000"/>
          </a:p>
        </p:txBody>
      </p:sp>
      <p:sp>
        <p:nvSpPr>
          <p:cNvPr id="20116" name="Shape 20116"/>
          <p:cNvSpPr/>
          <p:nvPr/>
        </p:nvSpPr>
        <p:spPr>
          <a:xfrm>
            <a:off x="5637276" y="5047488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17" name="Picture 20116" descr="apache-iceberg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47004" y="5120640"/>
            <a:ext cx="310896" cy="310896"/>
          </a:xfrm>
          <a:prstGeom prst="rect">
            <a:avLst/>
          </a:prstGeom>
        </p:spPr>
      </p:pic>
      <p:sp>
        <p:nvSpPr>
          <p:cNvPr id="20" name="Shape 20117"/>
          <p:cNvSpPr/>
          <p:nvPr/>
        </p:nvSpPr>
        <p:spPr>
          <a:xfrm>
            <a:off x="6131052" y="5047488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Apache Iceberg</a:t>
            </a:r>
            <a:endParaRPr lang="en-US" sz="1000"/>
          </a:p>
        </p:txBody>
      </p:sp>
      <p:sp>
        <p:nvSpPr>
          <p:cNvPr id="20118" name="Shape 20118"/>
          <p:cNvSpPr/>
          <p:nvPr/>
        </p:nvSpPr>
        <p:spPr>
          <a:xfrm>
            <a:off x="7598664" y="5047488"/>
            <a:ext cx="1833372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19" name="Picture 20118" descr="multiclou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08392" y="5120640"/>
            <a:ext cx="310896" cy="310896"/>
          </a:xfrm>
          <a:prstGeom prst="rect">
            <a:avLst/>
          </a:prstGeom>
        </p:spPr>
      </p:pic>
      <p:sp>
        <p:nvSpPr>
          <p:cNvPr id="21" name="Shape 20119"/>
          <p:cNvSpPr/>
          <p:nvPr/>
        </p:nvSpPr>
        <p:spPr>
          <a:xfrm>
            <a:off x="8092440" y="5047488"/>
            <a:ext cx="12847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AWS, Azure, Google Cloud</a:t>
            </a:r>
            <a:endParaRPr lang="en-US" sz="1000"/>
          </a:p>
        </p:txBody>
      </p:sp>
      <p:sp>
        <p:nvSpPr>
          <p:cNvPr id="20120" name="Shape 20120"/>
          <p:cNvSpPr/>
          <p:nvPr/>
        </p:nvSpPr>
        <p:spPr>
          <a:xfrm>
            <a:off x="685800" y="5779008"/>
            <a:ext cx="108173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0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Layer names follow the Databricks FY27 platform view, October 2026.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What Is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Genie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121" name="Shape 20121"/>
          <p:cNvSpPr/>
          <p:nvPr/>
        </p:nvSpPr>
        <p:spPr>
          <a:xfrm>
            <a:off x="685800" y="1645920"/>
            <a:ext cx="10817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Genie is Databricks' family of AI coworkers. People ask in plain language and get answers </a:t>
            </a: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grounded in your data and governed through Unity Catalog</a:t>
            </a: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.</a:t>
            </a:r>
            <a:endParaRPr lang="en-US" sz="1200"/>
          </a:p>
        </p:txBody>
      </p:sp>
      <p:sp>
        <p:nvSpPr>
          <p:cNvPr id="20122" name="Shape 20122"/>
          <p:cNvSpPr/>
          <p:nvPr/>
        </p:nvSpPr>
        <p:spPr>
          <a:xfrm>
            <a:off x="685800" y="2212848"/>
            <a:ext cx="2567178" cy="239572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23" name="Picture 20122" descr="genie-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377440"/>
            <a:ext cx="512064" cy="512064"/>
          </a:xfrm>
          <a:prstGeom prst="rect">
            <a:avLst/>
          </a:prstGeom>
        </p:spPr>
      </p:pic>
      <p:sp>
        <p:nvSpPr>
          <p:cNvPr id="2" name="Shape 20123"/>
          <p:cNvSpPr/>
          <p:nvPr/>
        </p:nvSpPr>
        <p:spPr>
          <a:xfrm>
            <a:off x="886968" y="2999232"/>
            <a:ext cx="21648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4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One</a:t>
            </a:r>
            <a:endParaRPr lang="en-US" sz="1400"/>
          </a:p>
        </p:txBody>
      </p:sp>
      <p:sp>
        <p:nvSpPr>
          <p:cNvPr id="20124" name="Shape 20124"/>
          <p:cNvSpPr/>
          <p:nvPr/>
        </p:nvSpPr>
        <p:spPr>
          <a:xfrm>
            <a:off x="886968" y="3291840"/>
            <a:ext cx="216484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BUSINESS USERS</a:t>
            </a:r>
            <a:endParaRPr lang="en-US" sz="800"/>
          </a:p>
        </p:txBody>
      </p:sp>
      <p:sp>
        <p:nvSpPr>
          <p:cNvPr id="20125" name="Shape 20125"/>
          <p:cNvSpPr/>
          <p:nvPr/>
        </p:nvSpPr>
        <p:spPr>
          <a:xfrm>
            <a:off x="886968" y="3547872"/>
            <a:ext cx="2164842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One place to ask questions, find dashboards and apps, and chat across workspaces. Also on mobile.</a:t>
            </a:r>
            <a:endParaRPr lang="en-US" sz="1000"/>
          </a:p>
        </p:txBody>
      </p:sp>
      <p:sp>
        <p:nvSpPr>
          <p:cNvPr id="20126" name="Shape 20126"/>
          <p:cNvSpPr/>
          <p:nvPr/>
        </p:nvSpPr>
        <p:spPr>
          <a:xfrm>
            <a:off x="3435858" y="2212848"/>
            <a:ext cx="2567178" cy="239572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F3621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27" name="Picture 20126" descr="genie-ag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7026" y="2377440"/>
            <a:ext cx="512064" cy="512064"/>
          </a:xfrm>
          <a:prstGeom prst="rect">
            <a:avLst/>
          </a:prstGeom>
        </p:spPr>
      </p:pic>
      <p:sp>
        <p:nvSpPr>
          <p:cNvPr id="4" name="Shape 20127"/>
          <p:cNvSpPr/>
          <p:nvPr/>
        </p:nvSpPr>
        <p:spPr>
          <a:xfrm>
            <a:off x="4978908" y="239572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FFF1E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1" kern="0" spc="40" dirty="0">
                <a:solidFill>
                  <a:srgbClr val="B82318"/>
                </a:solidFill>
                <a:latin typeface="DM Mono"/>
                <a:ea typeface="DM Mono"/>
                <a:cs typeface="DM Mono"/>
              </a:rPr>
              <a:t>TODAY</a:t>
            </a:r>
            <a:endParaRPr lang="en-US" sz="750"/>
          </a:p>
        </p:txBody>
      </p:sp>
      <p:sp>
        <p:nvSpPr>
          <p:cNvPr id="20128" name="Shape 20128"/>
          <p:cNvSpPr/>
          <p:nvPr/>
        </p:nvSpPr>
        <p:spPr>
          <a:xfrm>
            <a:off x="3637026" y="2999232"/>
            <a:ext cx="21648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4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Agents</a:t>
            </a:r>
            <a:endParaRPr lang="en-US" sz="1400"/>
          </a:p>
        </p:txBody>
      </p:sp>
      <p:sp>
        <p:nvSpPr>
          <p:cNvPr id="20129" name="Shape 20129"/>
          <p:cNvSpPr/>
          <p:nvPr/>
        </p:nvSpPr>
        <p:spPr>
          <a:xfrm>
            <a:off x="3637026" y="3291840"/>
            <a:ext cx="216484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DATA TEAMS</a:t>
            </a:r>
            <a:endParaRPr lang="en-US" sz="800"/>
          </a:p>
        </p:txBody>
      </p:sp>
      <p:sp>
        <p:nvSpPr>
          <p:cNvPr id="20130" name="Shape 20130"/>
          <p:cNvSpPr/>
          <p:nvPr/>
        </p:nvSpPr>
        <p:spPr>
          <a:xfrm>
            <a:off x="3637026" y="3547872"/>
            <a:ext cx="2164842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Domain-specific agents a data team curates with trusted data, metrics and business rules. They power the answers.</a:t>
            </a:r>
            <a:endParaRPr lang="en-US" sz="1000"/>
          </a:p>
        </p:txBody>
      </p:sp>
      <p:sp>
        <p:nvSpPr>
          <p:cNvPr id="20131" name="Shape 20131"/>
          <p:cNvSpPr/>
          <p:nvPr/>
        </p:nvSpPr>
        <p:spPr>
          <a:xfrm>
            <a:off x="6185916" y="2212848"/>
            <a:ext cx="2567178" cy="239572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32" name="Picture 20131" descr="genie-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084" y="2377440"/>
            <a:ext cx="512064" cy="512064"/>
          </a:xfrm>
          <a:prstGeom prst="rect">
            <a:avLst/>
          </a:prstGeom>
        </p:spPr>
      </p:pic>
      <p:sp>
        <p:nvSpPr>
          <p:cNvPr id="8" name="Shape 20132"/>
          <p:cNvSpPr/>
          <p:nvPr/>
        </p:nvSpPr>
        <p:spPr>
          <a:xfrm>
            <a:off x="6387084" y="2999232"/>
            <a:ext cx="21648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4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Code</a:t>
            </a:r>
            <a:endParaRPr lang="en-US" sz="1400"/>
          </a:p>
        </p:txBody>
      </p:sp>
      <p:sp>
        <p:nvSpPr>
          <p:cNvPr id="20133" name="Shape 20133"/>
          <p:cNvSpPr/>
          <p:nvPr/>
        </p:nvSpPr>
        <p:spPr>
          <a:xfrm>
            <a:off x="6387084" y="3291840"/>
            <a:ext cx="216484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DEVELOPERS</a:t>
            </a:r>
            <a:endParaRPr lang="en-US" sz="800"/>
          </a:p>
        </p:txBody>
      </p:sp>
      <p:sp>
        <p:nvSpPr>
          <p:cNvPr id="20134" name="Shape 20134"/>
          <p:cNvSpPr/>
          <p:nvPr/>
        </p:nvSpPr>
        <p:spPr>
          <a:xfrm>
            <a:off x="6387084" y="3547872"/>
            <a:ext cx="2164842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 coding and data assistant inside the workspace: chat, inline suggestions and agentic tasks.</a:t>
            </a:r>
            <a:endParaRPr lang="en-US" sz="1000"/>
          </a:p>
        </p:txBody>
      </p:sp>
      <p:sp>
        <p:nvSpPr>
          <p:cNvPr id="20135" name="Shape 20135"/>
          <p:cNvSpPr/>
          <p:nvPr/>
        </p:nvSpPr>
        <p:spPr>
          <a:xfrm>
            <a:off x="8935974" y="2212848"/>
            <a:ext cx="2567178" cy="239572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F3621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36" name="Picture 20135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142" y="2377440"/>
            <a:ext cx="512064" cy="512064"/>
          </a:xfrm>
          <a:prstGeom prst="rect">
            <a:avLst/>
          </a:prstGeom>
        </p:spPr>
      </p:pic>
      <p:sp>
        <p:nvSpPr>
          <p:cNvPr id="9" name="Shape 20136"/>
          <p:cNvSpPr/>
          <p:nvPr/>
        </p:nvSpPr>
        <p:spPr>
          <a:xfrm>
            <a:off x="10479024" y="239572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FFF1E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1" kern="0" spc="40" dirty="0">
                <a:solidFill>
                  <a:srgbClr val="B82318"/>
                </a:solidFill>
                <a:latin typeface="DM Mono"/>
                <a:ea typeface="DM Mono"/>
                <a:cs typeface="DM Mono"/>
              </a:rPr>
              <a:t>TODAY</a:t>
            </a:r>
            <a:endParaRPr lang="en-US" sz="750"/>
          </a:p>
        </p:txBody>
      </p:sp>
      <p:sp>
        <p:nvSpPr>
          <p:cNvPr id="20137" name="Shape 20137"/>
          <p:cNvSpPr/>
          <p:nvPr/>
        </p:nvSpPr>
        <p:spPr>
          <a:xfrm>
            <a:off x="9137142" y="2999232"/>
            <a:ext cx="21648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4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Ontology</a:t>
            </a:r>
            <a:endParaRPr lang="en-US" sz="1400"/>
          </a:p>
        </p:txBody>
      </p:sp>
      <p:sp>
        <p:nvSpPr>
          <p:cNvPr id="20138" name="Shape 20138"/>
          <p:cNvSpPr/>
          <p:nvPr/>
        </p:nvSpPr>
        <p:spPr>
          <a:xfrm>
            <a:off x="9137142" y="3291840"/>
            <a:ext cx="216484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EVERY GENIE EXPERIENCE</a:t>
            </a:r>
            <a:endParaRPr lang="en-US" sz="800"/>
          </a:p>
        </p:txBody>
      </p:sp>
      <p:sp>
        <p:nvSpPr>
          <p:cNvPr id="20139" name="Shape 20139"/>
          <p:cNvSpPr/>
          <p:nvPr/>
        </p:nvSpPr>
        <p:spPr>
          <a:xfrm>
            <a:off x="9137142" y="3547872"/>
            <a:ext cx="2164842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context layer behind it all: modeled definitions plus knowledge Genie learns. Section 04.</a:t>
            </a:r>
            <a:endParaRPr lang="en-US" sz="1000"/>
          </a:p>
        </p:txBody>
      </p:sp>
      <p:sp>
        <p:nvSpPr>
          <p:cNvPr id="20140" name="Shape 20140"/>
          <p:cNvSpPr/>
          <p:nvPr/>
        </p:nvSpPr>
        <p:spPr>
          <a:xfrm>
            <a:off x="685800" y="4791456"/>
            <a:ext cx="10817352" cy="1115568"/>
          </a:xfrm>
          <a:prstGeom prst="roundRect">
            <a:avLst>
              <a:gd name="adj" fmla="val 8696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41" name="Shape 20141"/>
          <p:cNvSpPr/>
          <p:nvPr/>
        </p:nvSpPr>
        <p:spPr>
          <a:xfrm>
            <a:off x="914400" y="4791456"/>
            <a:ext cx="10360152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is only as good as what sits underneath it</a:t>
            </a:r>
            <a:endParaRPr lang="en-US" sz="1200"/>
          </a:p>
          <a:p>
            <a:pPr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 Genie Agent pointed at raw tables guesses. Pointed at governed data, certified metrics and written-down context, it answers like your best analyst. That gap is what this bootcamp closes.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5" name="Google Shape;4325;p173"/>
          <p:cNvSpPr/>
          <p:nvPr/>
        </p:nvSpPr>
        <p:spPr>
          <a:xfrm>
            <a:off x="22400" y="6220050"/>
            <a:ext cx="3447300" cy="42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26" name="Google Shape;4326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t="50802"/>
          <a:stretch/>
        </p:blipFill>
        <p:spPr>
          <a:xfrm rot="10800000" flipH="1">
            <a:off x="1834527" y="3972101"/>
            <a:ext cx="8522942" cy="288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7" name="Google Shape;4327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27" y="497022"/>
            <a:ext cx="8522942" cy="5863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8" name="Google Shape;4328;p173"/>
          <p:cNvGrpSpPr/>
          <p:nvPr/>
        </p:nvGrpSpPr>
        <p:grpSpPr>
          <a:xfrm>
            <a:off x="1997299" y="1904619"/>
            <a:ext cx="8100538" cy="2944454"/>
            <a:chOff x="1997299" y="1904298"/>
            <a:chExt cx="8100538" cy="2945338"/>
          </a:xfrm>
        </p:grpSpPr>
        <p:sp>
          <p:nvSpPr>
            <p:cNvPr id="4329" name="Google Shape;4329;p173"/>
            <p:cNvSpPr/>
            <p:nvPr/>
          </p:nvSpPr>
          <p:spPr>
            <a:xfrm>
              <a:off x="4206486" y="2452374"/>
              <a:ext cx="206700" cy="206700"/>
            </a:xfrm>
            <a:prstGeom prst="ellipse">
              <a:avLst/>
            </a:prstGeom>
            <a:solidFill>
              <a:srgbClr val="8F8D8D">
                <a:alpha val="11370"/>
              </a:srgbClr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4330" name="Google Shape;4330;p173"/>
            <p:cNvGrpSpPr/>
            <p:nvPr/>
          </p:nvGrpSpPr>
          <p:grpSpPr>
            <a:xfrm>
              <a:off x="1997299" y="1904298"/>
              <a:ext cx="8100538" cy="2945338"/>
              <a:chOff x="1997299" y="1904298"/>
              <a:chExt cx="8100538" cy="2945338"/>
            </a:xfrm>
          </p:grpSpPr>
          <p:sp>
            <p:nvSpPr>
              <p:cNvPr id="4331" name="Google Shape;4331;p173"/>
              <p:cNvSpPr/>
              <p:nvPr/>
            </p:nvSpPr>
            <p:spPr>
              <a:xfrm>
                <a:off x="1997299" y="2146652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2" name="Google Shape;4332;p173"/>
              <p:cNvSpPr/>
              <p:nvPr/>
            </p:nvSpPr>
            <p:spPr>
              <a:xfrm>
                <a:off x="3041682" y="231560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3" name="Google Shape;4333;p173"/>
              <p:cNvSpPr/>
              <p:nvPr/>
            </p:nvSpPr>
            <p:spPr>
              <a:xfrm>
                <a:off x="3069823" y="349968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4" name="Google Shape;4334;p173"/>
              <p:cNvSpPr/>
              <p:nvPr/>
            </p:nvSpPr>
            <p:spPr>
              <a:xfrm>
                <a:off x="3886186" y="449006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5" name="Google Shape;4335;p173"/>
              <p:cNvSpPr/>
              <p:nvPr/>
            </p:nvSpPr>
            <p:spPr>
              <a:xfrm>
                <a:off x="6638189" y="3887929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6" name="Google Shape;4336;p173"/>
              <p:cNvSpPr/>
              <p:nvPr/>
            </p:nvSpPr>
            <p:spPr>
              <a:xfrm>
                <a:off x="3533552" y="285185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7" name="Google Shape;4337;p173"/>
              <p:cNvSpPr/>
              <p:nvPr/>
            </p:nvSpPr>
            <p:spPr>
              <a:xfrm>
                <a:off x="2550989" y="276162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8" name="Google Shape;4338;p173"/>
              <p:cNvSpPr/>
              <p:nvPr/>
            </p:nvSpPr>
            <p:spPr>
              <a:xfrm>
                <a:off x="3180090" y="453963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9" name="Google Shape;4339;p173"/>
              <p:cNvSpPr/>
              <p:nvPr/>
            </p:nvSpPr>
            <p:spPr>
              <a:xfrm>
                <a:off x="4455287" y="2875924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0" name="Google Shape;4340;p173"/>
              <p:cNvSpPr/>
              <p:nvPr/>
            </p:nvSpPr>
            <p:spPr>
              <a:xfrm>
                <a:off x="3893211" y="3677598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1" name="Google Shape;4341;p173"/>
              <p:cNvSpPr/>
              <p:nvPr/>
            </p:nvSpPr>
            <p:spPr>
              <a:xfrm>
                <a:off x="3788168" y="200760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2" name="Google Shape;4342;p173"/>
              <p:cNvSpPr/>
              <p:nvPr/>
            </p:nvSpPr>
            <p:spPr>
              <a:xfrm>
                <a:off x="4870636" y="219898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3" name="Google Shape;4343;p173"/>
              <p:cNvSpPr/>
              <p:nvPr/>
            </p:nvSpPr>
            <p:spPr>
              <a:xfrm>
                <a:off x="5287510" y="3948062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4" name="Google Shape;4344;p173"/>
              <p:cNvSpPr/>
              <p:nvPr/>
            </p:nvSpPr>
            <p:spPr>
              <a:xfrm>
                <a:off x="5265681" y="4583762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5" name="Google Shape;4345;p173"/>
              <p:cNvSpPr/>
              <p:nvPr/>
            </p:nvSpPr>
            <p:spPr>
              <a:xfrm>
                <a:off x="5992649" y="190429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6" name="Google Shape;4346;p173"/>
              <p:cNvSpPr/>
              <p:nvPr/>
            </p:nvSpPr>
            <p:spPr>
              <a:xfrm>
                <a:off x="5990007" y="254582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7" name="Google Shape;4347;p173"/>
              <p:cNvSpPr/>
              <p:nvPr/>
            </p:nvSpPr>
            <p:spPr>
              <a:xfrm>
                <a:off x="5992697" y="385994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8" name="Google Shape;4348;p173"/>
              <p:cNvSpPr/>
              <p:nvPr/>
            </p:nvSpPr>
            <p:spPr>
              <a:xfrm>
                <a:off x="7065622" y="2223853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9" name="Google Shape;4349;p173"/>
              <p:cNvSpPr/>
              <p:nvPr/>
            </p:nvSpPr>
            <p:spPr>
              <a:xfrm>
                <a:off x="6703444" y="286497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0" name="Google Shape;4350;p173"/>
              <p:cNvSpPr/>
              <p:nvPr/>
            </p:nvSpPr>
            <p:spPr>
              <a:xfrm>
                <a:off x="6660777" y="445675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1" name="Google Shape;4351;p173"/>
              <p:cNvSpPr/>
              <p:nvPr/>
            </p:nvSpPr>
            <p:spPr>
              <a:xfrm>
                <a:off x="5976858" y="4642936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2" name="Google Shape;4352;p173"/>
              <p:cNvSpPr/>
              <p:nvPr/>
            </p:nvSpPr>
            <p:spPr>
              <a:xfrm>
                <a:off x="4571340" y="4240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3" name="Google Shape;4353;p173"/>
              <p:cNvSpPr/>
              <p:nvPr/>
            </p:nvSpPr>
            <p:spPr>
              <a:xfrm>
                <a:off x="7971297" y="216113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4" name="Google Shape;4354;p173"/>
              <p:cNvSpPr/>
              <p:nvPr/>
            </p:nvSpPr>
            <p:spPr>
              <a:xfrm>
                <a:off x="7626973" y="267413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5" name="Google Shape;4355;p173"/>
              <p:cNvSpPr/>
              <p:nvPr/>
            </p:nvSpPr>
            <p:spPr>
              <a:xfrm>
                <a:off x="7325314" y="3662268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6" name="Google Shape;4356;p173"/>
              <p:cNvSpPr/>
              <p:nvPr/>
            </p:nvSpPr>
            <p:spPr>
              <a:xfrm>
                <a:off x="7372398" y="438666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7" name="Google Shape;4357;p173"/>
              <p:cNvSpPr/>
              <p:nvPr/>
            </p:nvSpPr>
            <p:spPr>
              <a:xfrm>
                <a:off x="9059091" y="200760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8" name="Google Shape;4358;p173"/>
              <p:cNvSpPr/>
              <p:nvPr/>
            </p:nvSpPr>
            <p:spPr>
              <a:xfrm>
                <a:off x="8539888" y="2661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9" name="Google Shape;4359;p173"/>
              <p:cNvSpPr/>
              <p:nvPr/>
            </p:nvSpPr>
            <p:spPr>
              <a:xfrm>
                <a:off x="8091406" y="332569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0" name="Google Shape;4360;p173"/>
              <p:cNvSpPr/>
              <p:nvPr/>
            </p:nvSpPr>
            <p:spPr>
              <a:xfrm>
                <a:off x="8062101" y="439984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1" name="Google Shape;4361;p173"/>
              <p:cNvSpPr/>
              <p:nvPr/>
            </p:nvSpPr>
            <p:spPr>
              <a:xfrm>
                <a:off x="8795346" y="4480306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2" name="Google Shape;4362;p173"/>
              <p:cNvSpPr/>
              <p:nvPr/>
            </p:nvSpPr>
            <p:spPr>
              <a:xfrm>
                <a:off x="8808891" y="3516650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3" name="Google Shape;4363;p173"/>
              <p:cNvSpPr/>
              <p:nvPr/>
            </p:nvSpPr>
            <p:spPr>
              <a:xfrm>
                <a:off x="9434311" y="2814109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4" name="Google Shape;4364;p173"/>
              <p:cNvSpPr/>
              <p:nvPr/>
            </p:nvSpPr>
            <p:spPr>
              <a:xfrm>
                <a:off x="9847637" y="217565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5" name="Google Shape;4365;p173"/>
              <p:cNvSpPr/>
              <p:nvPr/>
            </p:nvSpPr>
            <p:spPr>
              <a:xfrm>
                <a:off x="5148914" y="263706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4366" name="Google Shape;4366;p173"/>
          <p:cNvGrpSpPr/>
          <p:nvPr/>
        </p:nvGrpSpPr>
        <p:grpSpPr>
          <a:xfrm>
            <a:off x="-202232" y="4816805"/>
            <a:ext cx="12713810" cy="2500954"/>
            <a:chOff x="-202233" y="4817354"/>
            <a:chExt cx="12713810" cy="2501705"/>
          </a:xfrm>
        </p:grpSpPr>
        <p:grpSp>
          <p:nvGrpSpPr>
            <p:cNvPr id="4367" name="Google Shape;4367;p173"/>
            <p:cNvGrpSpPr/>
            <p:nvPr/>
          </p:nvGrpSpPr>
          <p:grpSpPr>
            <a:xfrm>
              <a:off x="4759630" y="4926849"/>
              <a:ext cx="935888" cy="992868"/>
              <a:chOff x="5562600" y="2704822"/>
              <a:chExt cx="1066418" cy="1330922"/>
            </a:xfrm>
          </p:grpSpPr>
          <p:sp>
            <p:nvSpPr>
              <p:cNvPr id="4368" name="Google Shape;436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9" name="Google Shape;436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0" name="Google Shape;437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1" name="Google Shape;4371;p173"/>
            <p:cNvGrpSpPr/>
            <p:nvPr/>
          </p:nvGrpSpPr>
          <p:grpSpPr>
            <a:xfrm>
              <a:off x="7556752" y="5437647"/>
              <a:ext cx="935888" cy="992868"/>
              <a:chOff x="5562600" y="2704822"/>
              <a:chExt cx="1066418" cy="1330922"/>
            </a:xfrm>
          </p:grpSpPr>
          <p:sp>
            <p:nvSpPr>
              <p:cNvPr id="4372" name="Google Shape;437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3" name="Google Shape;437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4" name="Google Shape;437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5" name="Google Shape;4375;p173"/>
            <p:cNvGrpSpPr/>
            <p:nvPr/>
          </p:nvGrpSpPr>
          <p:grpSpPr>
            <a:xfrm>
              <a:off x="9856909" y="4898853"/>
              <a:ext cx="935888" cy="992868"/>
              <a:chOff x="5562600" y="2704822"/>
              <a:chExt cx="1066418" cy="1330922"/>
            </a:xfrm>
          </p:grpSpPr>
          <p:sp>
            <p:nvSpPr>
              <p:cNvPr id="4376" name="Google Shape;437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7" name="Google Shape;437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9" name="Google Shape;4379;p173"/>
            <p:cNvGrpSpPr/>
            <p:nvPr/>
          </p:nvGrpSpPr>
          <p:grpSpPr>
            <a:xfrm>
              <a:off x="2807793" y="5416487"/>
              <a:ext cx="935888" cy="992868"/>
              <a:chOff x="5562600" y="2704822"/>
              <a:chExt cx="1066418" cy="1330922"/>
            </a:xfrm>
          </p:grpSpPr>
          <p:sp>
            <p:nvSpPr>
              <p:cNvPr id="4380" name="Google Shape;4380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1" name="Google Shape;4381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3" name="Google Shape;4383;p173"/>
            <p:cNvGrpSpPr/>
            <p:nvPr/>
          </p:nvGrpSpPr>
          <p:grpSpPr>
            <a:xfrm>
              <a:off x="402726" y="5110864"/>
              <a:ext cx="935888" cy="992868"/>
              <a:chOff x="5562600" y="2704822"/>
              <a:chExt cx="1066418" cy="1330922"/>
            </a:xfrm>
          </p:grpSpPr>
          <p:sp>
            <p:nvSpPr>
              <p:cNvPr id="4384" name="Google Shape;438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6" name="Google Shape;438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7" name="Google Shape;4387;p173"/>
            <p:cNvGrpSpPr/>
            <p:nvPr/>
          </p:nvGrpSpPr>
          <p:grpSpPr>
            <a:xfrm>
              <a:off x="4222572" y="6054714"/>
              <a:ext cx="615430" cy="652817"/>
              <a:chOff x="5562600" y="2704822"/>
              <a:chExt cx="1066418" cy="1330922"/>
            </a:xfrm>
          </p:grpSpPr>
          <p:sp>
            <p:nvSpPr>
              <p:cNvPr id="4388" name="Google Shape;438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0" name="Google Shape;439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1" name="Google Shape;4391;p173"/>
            <p:cNvGrpSpPr/>
            <p:nvPr/>
          </p:nvGrpSpPr>
          <p:grpSpPr>
            <a:xfrm>
              <a:off x="6266030" y="5263604"/>
              <a:ext cx="615430" cy="652817"/>
              <a:chOff x="5562600" y="2704822"/>
              <a:chExt cx="1066418" cy="1330922"/>
            </a:xfrm>
          </p:grpSpPr>
          <p:sp>
            <p:nvSpPr>
              <p:cNvPr id="4392" name="Google Shape;439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3" name="Google Shape;439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5" name="Google Shape;4395;p173"/>
            <p:cNvGrpSpPr/>
            <p:nvPr/>
          </p:nvGrpSpPr>
          <p:grpSpPr>
            <a:xfrm>
              <a:off x="6764598" y="6383487"/>
              <a:ext cx="615430" cy="652817"/>
              <a:chOff x="5562600" y="2704822"/>
              <a:chExt cx="1066418" cy="1330922"/>
            </a:xfrm>
          </p:grpSpPr>
          <p:sp>
            <p:nvSpPr>
              <p:cNvPr id="4396" name="Google Shape;439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7" name="Google Shape;439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3" name="Google Shape;4403;p173"/>
            <p:cNvGrpSpPr/>
            <p:nvPr/>
          </p:nvGrpSpPr>
          <p:grpSpPr>
            <a:xfrm>
              <a:off x="1941338" y="5205035"/>
              <a:ext cx="615430" cy="652817"/>
              <a:chOff x="5562600" y="2704822"/>
              <a:chExt cx="1066418" cy="1330922"/>
            </a:xfrm>
          </p:grpSpPr>
          <p:sp>
            <p:nvSpPr>
              <p:cNvPr id="4404" name="Google Shape;440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5" name="Google Shape;440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6" name="Google Shape;440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7" name="Google Shape;4407;p173"/>
            <p:cNvGrpSpPr/>
            <p:nvPr/>
          </p:nvGrpSpPr>
          <p:grpSpPr>
            <a:xfrm>
              <a:off x="-202233" y="6355087"/>
              <a:ext cx="615430" cy="652817"/>
              <a:chOff x="5562600" y="2704822"/>
              <a:chExt cx="1066418" cy="1330922"/>
            </a:xfrm>
          </p:grpSpPr>
          <p:sp>
            <p:nvSpPr>
              <p:cNvPr id="4408" name="Google Shape;440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9" name="Google Shape;440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0" name="Google Shape;441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1" name="Google Shape;4411;p173"/>
            <p:cNvGrpSpPr/>
            <p:nvPr/>
          </p:nvGrpSpPr>
          <p:grpSpPr>
            <a:xfrm>
              <a:off x="1544759" y="6242068"/>
              <a:ext cx="716633" cy="760223"/>
              <a:chOff x="5562600" y="2704822"/>
              <a:chExt cx="1066418" cy="1330922"/>
            </a:xfrm>
          </p:grpSpPr>
          <p:sp>
            <p:nvSpPr>
              <p:cNvPr id="4412" name="Google Shape;441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3" name="Google Shape;441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4" name="Google Shape;441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5" name="Google Shape;4415;p173"/>
            <p:cNvGrpSpPr/>
            <p:nvPr/>
          </p:nvGrpSpPr>
          <p:grpSpPr>
            <a:xfrm>
              <a:off x="5307950" y="6558836"/>
              <a:ext cx="716633" cy="760223"/>
              <a:chOff x="5562600" y="2704822"/>
              <a:chExt cx="1066418" cy="1330922"/>
            </a:xfrm>
          </p:grpSpPr>
          <p:sp>
            <p:nvSpPr>
              <p:cNvPr id="4416" name="Google Shape;441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7" name="Google Shape;441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8" name="Google Shape;441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3" name="Google Shape;4423;p173"/>
            <p:cNvGrpSpPr/>
            <p:nvPr/>
          </p:nvGrpSpPr>
          <p:grpSpPr>
            <a:xfrm>
              <a:off x="3517858" y="5340271"/>
              <a:ext cx="457200" cy="457200"/>
              <a:chOff x="2501858" y="3905171"/>
              <a:chExt cx="457200" cy="457200"/>
            </a:xfrm>
          </p:grpSpPr>
          <p:sp>
            <p:nvSpPr>
              <p:cNvPr id="4424" name="Google Shape;4424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25" name="Google Shape;4425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26" name="Google Shape;4426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7" name="Google Shape;4427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28" name="Google Shape;4428;p173"/>
            <p:cNvGrpSpPr/>
            <p:nvPr/>
          </p:nvGrpSpPr>
          <p:grpSpPr>
            <a:xfrm>
              <a:off x="2581448" y="6084878"/>
              <a:ext cx="457200" cy="457200"/>
              <a:chOff x="1504675" y="4508420"/>
              <a:chExt cx="457200" cy="457200"/>
            </a:xfrm>
          </p:grpSpPr>
          <p:sp>
            <p:nvSpPr>
              <p:cNvPr id="4429" name="Google Shape;4429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0" name="Google Shape;4430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431" name="Google Shape;4431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2" name="Google Shape;4432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3" name="Google Shape;4433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4" name="Google Shape;4434;p173"/>
            <p:cNvGrpSpPr/>
            <p:nvPr/>
          </p:nvGrpSpPr>
          <p:grpSpPr>
            <a:xfrm>
              <a:off x="180700" y="5797470"/>
              <a:ext cx="457200" cy="457200"/>
              <a:chOff x="904600" y="3905170"/>
              <a:chExt cx="457200" cy="457200"/>
            </a:xfrm>
          </p:grpSpPr>
          <p:sp>
            <p:nvSpPr>
              <p:cNvPr id="4435" name="Google Shape;4435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6" name="Google Shape;4436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437" name="Google Shape;4437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8" name="Google Shape;4438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9" name="Google Shape;4439;p173"/>
            <p:cNvGrpSpPr/>
            <p:nvPr/>
          </p:nvGrpSpPr>
          <p:grpSpPr>
            <a:xfrm>
              <a:off x="1369705" y="6181238"/>
              <a:ext cx="361462" cy="361462"/>
              <a:chOff x="2501858" y="3905171"/>
              <a:chExt cx="457200" cy="457200"/>
            </a:xfrm>
          </p:grpSpPr>
          <p:sp>
            <p:nvSpPr>
              <p:cNvPr id="4440" name="Google Shape;4440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1" name="Google Shape;4441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42" name="Google Shape;4442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3" name="Google Shape;4443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44" name="Google Shape;4444;p173"/>
            <p:cNvGrpSpPr/>
            <p:nvPr/>
          </p:nvGrpSpPr>
          <p:grpSpPr>
            <a:xfrm>
              <a:off x="4069452" y="5946104"/>
              <a:ext cx="361462" cy="361462"/>
              <a:chOff x="904600" y="4508420"/>
              <a:chExt cx="457200" cy="457200"/>
            </a:xfrm>
          </p:grpSpPr>
          <p:sp>
            <p:nvSpPr>
              <p:cNvPr id="4445" name="Google Shape;4445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6" name="Google Shape;4446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447" name="Google Shape;4447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8" name="Google Shape;4448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449" name="Google Shape;4449;p173"/>
            <p:cNvSpPr txBox="1"/>
            <p:nvPr/>
          </p:nvSpPr>
          <p:spPr>
            <a:xfrm>
              <a:off x="511864" y="6475169"/>
              <a:ext cx="1031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173"/>
            <p:cNvSpPr txBox="1"/>
            <p:nvPr/>
          </p:nvSpPr>
          <p:spPr>
            <a:xfrm>
              <a:off x="5042635" y="6157118"/>
              <a:ext cx="913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173"/>
            <p:cNvSpPr txBox="1"/>
            <p:nvPr/>
          </p:nvSpPr>
          <p:spPr>
            <a:xfrm>
              <a:off x="7994939" y="4996137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173"/>
            <p:cNvSpPr txBox="1"/>
            <p:nvPr/>
          </p:nvSpPr>
          <p:spPr>
            <a:xfrm>
              <a:off x="7493987" y="6496164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00011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173"/>
            <p:cNvSpPr txBox="1"/>
            <p:nvPr/>
          </p:nvSpPr>
          <p:spPr>
            <a:xfrm>
              <a:off x="4029902" y="5560770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173"/>
            <p:cNvSpPr txBox="1"/>
            <p:nvPr/>
          </p:nvSpPr>
          <p:spPr>
            <a:xfrm>
              <a:off x="3947731" y="5243354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173"/>
            <p:cNvSpPr txBox="1"/>
            <p:nvPr/>
          </p:nvSpPr>
          <p:spPr>
            <a:xfrm>
              <a:off x="6057302" y="6415781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173"/>
            <p:cNvSpPr txBox="1"/>
            <p:nvPr/>
          </p:nvSpPr>
          <p:spPr>
            <a:xfrm>
              <a:off x="8716612" y="5741589"/>
              <a:ext cx="7332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173"/>
            <p:cNvSpPr txBox="1"/>
            <p:nvPr/>
          </p:nvSpPr>
          <p:spPr>
            <a:xfrm>
              <a:off x="571360" y="6201453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01101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59" name="Google Shape;4459;p173"/>
            <p:cNvGrpSpPr/>
            <p:nvPr/>
          </p:nvGrpSpPr>
          <p:grpSpPr>
            <a:xfrm>
              <a:off x="11361323" y="5367095"/>
              <a:ext cx="249328" cy="217587"/>
              <a:chOff x="3774174" y="5612438"/>
              <a:chExt cx="249328" cy="217587"/>
            </a:xfrm>
          </p:grpSpPr>
          <p:sp>
            <p:nvSpPr>
              <p:cNvPr id="4460" name="Google Shape;4460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1" name="Google Shape;4461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2" name="Google Shape;4462;p173"/>
            <p:cNvGrpSpPr/>
            <p:nvPr/>
          </p:nvGrpSpPr>
          <p:grpSpPr>
            <a:xfrm>
              <a:off x="8916796" y="6282997"/>
              <a:ext cx="223107" cy="181979"/>
              <a:chOff x="10827985" y="5110002"/>
              <a:chExt cx="223107" cy="181979"/>
            </a:xfrm>
          </p:grpSpPr>
          <p:sp>
            <p:nvSpPr>
              <p:cNvPr id="4463" name="Google Shape;4463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4" name="Google Shape;4464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5" name="Google Shape;4465;p173"/>
            <p:cNvGrpSpPr/>
            <p:nvPr/>
          </p:nvGrpSpPr>
          <p:grpSpPr>
            <a:xfrm>
              <a:off x="2210451" y="5995505"/>
              <a:ext cx="275470" cy="196334"/>
              <a:chOff x="8527246" y="6418263"/>
              <a:chExt cx="275470" cy="196334"/>
            </a:xfrm>
          </p:grpSpPr>
          <p:sp>
            <p:nvSpPr>
              <p:cNvPr id="4466" name="Google Shape;4466;p173"/>
              <p:cNvSpPr/>
              <p:nvPr/>
            </p:nvSpPr>
            <p:spPr>
              <a:xfrm>
                <a:off x="8527246" y="6482591"/>
                <a:ext cx="124931" cy="132006"/>
              </a:xfrm>
              <a:custGeom>
                <a:avLst/>
                <a:gdLst/>
                <a:ahLst/>
                <a:cxnLst/>
                <a:rect l="l" t="t" r="r" b="b"/>
                <a:pathLst>
                  <a:path w="602075" h="636174" extrusionOk="0">
                    <a:moveTo>
                      <a:pt x="428435" y="305657"/>
                    </a:moveTo>
                    <a:lnTo>
                      <a:pt x="428435" y="0"/>
                    </a:lnTo>
                    <a:lnTo>
                      <a:pt x="30956" y="0"/>
                    </a:lnTo>
                    <a:cubicBezTo>
                      <a:pt x="13907" y="0"/>
                      <a:pt x="0" y="13811"/>
                      <a:pt x="0" y="30956"/>
                    </a:cubicBezTo>
                    <a:lnTo>
                      <a:pt x="0" y="445580"/>
                    </a:lnTo>
                    <a:cubicBezTo>
                      <a:pt x="0" y="462629"/>
                      <a:pt x="13811" y="476536"/>
                      <a:pt x="30956" y="476536"/>
                    </a:cubicBezTo>
                    <a:lnTo>
                      <a:pt x="291941" y="476536"/>
                    </a:lnTo>
                    <a:lnTo>
                      <a:pt x="451580" y="636175"/>
                    </a:lnTo>
                    <a:cubicBezTo>
                      <a:pt x="448818" y="636175"/>
                      <a:pt x="450628" y="537591"/>
                      <a:pt x="451580" y="476536"/>
                    </a:cubicBezTo>
                    <a:lnTo>
                      <a:pt x="571119" y="476536"/>
                    </a:lnTo>
                    <a:cubicBezTo>
                      <a:pt x="588169" y="476536"/>
                      <a:pt x="602075" y="462725"/>
                      <a:pt x="602075" y="445580"/>
                    </a:cubicBezTo>
                    <a:lnTo>
                      <a:pt x="602075" y="413290"/>
                    </a:lnTo>
                    <a:lnTo>
                      <a:pt x="535972" y="413290"/>
                    </a:lnTo>
                    <a:cubicBezTo>
                      <a:pt x="476726" y="413290"/>
                      <a:pt x="428435" y="365093"/>
                      <a:pt x="428435" y="305753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7" name="Google Shape;4467;p173"/>
              <p:cNvSpPr/>
              <p:nvPr/>
            </p:nvSpPr>
            <p:spPr>
              <a:xfrm>
                <a:off x="8628276" y="6418263"/>
                <a:ext cx="174440" cy="184283"/>
              </a:xfrm>
              <a:custGeom>
                <a:avLst/>
                <a:gdLst/>
                <a:ahLst/>
                <a:cxnLst/>
                <a:rect l="l" t="t" r="r" b="b"/>
                <a:pathLst>
                  <a:path w="840676" h="888110" extrusionOk="0">
                    <a:moveTo>
                      <a:pt x="790194" y="0"/>
                    </a:moveTo>
                    <a:lnTo>
                      <a:pt x="50387" y="0"/>
                    </a:lnTo>
                    <a:cubicBezTo>
                      <a:pt x="22574" y="0"/>
                      <a:pt x="0" y="22574"/>
                      <a:pt x="0" y="50387"/>
                    </a:cubicBezTo>
                    <a:lnTo>
                      <a:pt x="0" y="614839"/>
                    </a:lnTo>
                    <a:cubicBezTo>
                      <a:pt x="0" y="642652"/>
                      <a:pt x="22574" y="665226"/>
                      <a:pt x="50387" y="665226"/>
                    </a:cubicBezTo>
                    <a:lnTo>
                      <a:pt x="211265" y="665226"/>
                    </a:lnTo>
                    <a:cubicBezTo>
                      <a:pt x="212598" y="750475"/>
                      <a:pt x="215170" y="888111"/>
                      <a:pt x="211265" y="888111"/>
                    </a:cubicBezTo>
                    <a:lnTo>
                      <a:pt x="433102" y="665226"/>
                    </a:lnTo>
                    <a:lnTo>
                      <a:pt x="790289" y="665226"/>
                    </a:lnTo>
                    <a:cubicBezTo>
                      <a:pt x="818102" y="665226"/>
                      <a:pt x="840677" y="642652"/>
                      <a:pt x="840677" y="614839"/>
                    </a:cubicBezTo>
                    <a:lnTo>
                      <a:pt x="840677" y="50387"/>
                    </a:lnTo>
                    <a:cubicBezTo>
                      <a:pt x="840677" y="22574"/>
                      <a:pt x="818102" y="0"/>
                      <a:pt x="790289" y="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8" name="Google Shape;4468;p173"/>
            <p:cNvGrpSpPr/>
            <p:nvPr/>
          </p:nvGrpSpPr>
          <p:grpSpPr>
            <a:xfrm>
              <a:off x="2709690" y="6688606"/>
              <a:ext cx="249328" cy="217587"/>
              <a:chOff x="3774174" y="5612438"/>
              <a:chExt cx="249328" cy="217587"/>
            </a:xfrm>
          </p:grpSpPr>
          <p:sp>
            <p:nvSpPr>
              <p:cNvPr id="4469" name="Google Shape;4469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0" name="Google Shape;4470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1" name="Google Shape;4471;p173"/>
            <p:cNvSpPr txBox="1"/>
            <p:nvPr/>
          </p:nvSpPr>
          <p:spPr>
            <a:xfrm>
              <a:off x="3323626" y="6539606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2" name="Google Shape;4472;p173"/>
            <p:cNvGrpSpPr/>
            <p:nvPr/>
          </p:nvGrpSpPr>
          <p:grpSpPr>
            <a:xfrm>
              <a:off x="-67150" y="5295432"/>
              <a:ext cx="234334" cy="255646"/>
              <a:chOff x="2852263" y="6337743"/>
              <a:chExt cx="234334" cy="255646"/>
            </a:xfrm>
          </p:grpSpPr>
          <p:sp>
            <p:nvSpPr>
              <p:cNvPr id="4473" name="Google Shape;4473;p173"/>
              <p:cNvSpPr/>
              <p:nvPr/>
            </p:nvSpPr>
            <p:spPr>
              <a:xfrm>
                <a:off x="2852263" y="6354476"/>
                <a:ext cx="128853" cy="236122"/>
              </a:xfrm>
              <a:custGeom>
                <a:avLst/>
                <a:gdLst/>
                <a:ahLst/>
                <a:cxnLst/>
                <a:rect l="l" t="t" r="r" b="b"/>
                <a:pathLst>
                  <a:path w="153854" h="281937" extrusionOk="0">
                    <a:moveTo>
                      <a:pt x="95705" y="7294"/>
                    </a:moveTo>
                    <a:lnTo>
                      <a:pt x="28946" y="0"/>
                    </a:lnTo>
                    <a:lnTo>
                      <a:pt x="0" y="265148"/>
                    </a:lnTo>
                    <a:lnTo>
                      <a:pt x="153855" y="281938"/>
                    </a:lnTo>
                    <a:lnTo>
                      <a:pt x="32579" y="250446"/>
                    </a:lnTo>
                    <a:lnTo>
                      <a:pt x="95705" y="7294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4" name="Google Shape;4474;p173"/>
              <p:cNvSpPr/>
              <p:nvPr/>
            </p:nvSpPr>
            <p:spPr>
              <a:xfrm>
                <a:off x="2897051" y="6337743"/>
                <a:ext cx="186010" cy="255646"/>
              </a:xfrm>
              <a:custGeom>
                <a:avLst/>
                <a:gdLst/>
                <a:ahLst/>
                <a:cxnLst/>
                <a:rect l="l" t="t" r="r" b="b"/>
                <a:pathLst>
                  <a:path w="222101" h="305249" extrusionOk="0">
                    <a:moveTo>
                      <a:pt x="147190" y="20823"/>
                    </a:moveTo>
                    <a:lnTo>
                      <a:pt x="67016" y="0"/>
                    </a:lnTo>
                    <a:lnTo>
                      <a:pt x="0" y="258140"/>
                    </a:lnTo>
                    <a:lnTo>
                      <a:pt x="181371" y="305249"/>
                    </a:lnTo>
                    <a:lnTo>
                      <a:pt x="222101" y="148306"/>
                    </a:lnTo>
                    <a:lnTo>
                      <a:pt x="120904" y="122020"/>
                    </a:lnTo>
                    <a:lnTo>
                      <a:pt x="147190" y="20823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5" name="Google Shape;4475;p173"/>
              <p:cNvSpPr/>
              <p:nvPr/>
            </p:nvSpPr>
            <p:spPr>
              <a:xfrm>
                <a:off x="3015739" y="6358784"/>
                <a:ext cx="70858" cy="89231"/>
              </a:xfrm>
              <a:custGeom>
                <a:avLst/>
                <a:gdLst/>
                <a:ahLst/>
                <a:cxnLst/>
                <a:rect l="l" t="t" r="r" b="b"/>
                <a:pathLst>
                  <a:path w="84607" h="106545" extrusionOk="0">
                    <a:moveTo>
                      <a:pt x="0" y="84578"/>
                    </a:moveTo>
                    <a:lnTo>
                      <a:pt x="0" y="84578"/>
                    </a:lnTo>
                    <a:lnTo>
                      <a:pt x="11985" y="87696"/>
                    </a:lnTo>
                    <a:lnTo>
                      <a:pt x="11985" y="87696"/>
                    </a:lnTo>
                    <a:lnTo>
                      <a:pt x="84607" y="106545"/>
                    </a:lnTo>
                    <a:lnTo>
                      <a:pt x="21996" y="0"/>
                    </a:lnTo>
                    <a:lnTo>
                      <a:pt x="0" y="84578"/>
                    </a:lnTo>
                    <a:lnTo>
                      <a:pt x="0" y="84578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6" name="Google Shape;4476;p173"/>
            <p:cNvGrpSpPr/>
            <p:nvPr/>
          </p:nvGrpSpPr>
          <p:grpSpPr>
            <a:xfrm>
              <a:off x="2716021" y="5130472"/>
              <a:ext cx="223107" cy="181979"/>
              <a:chOff x="10827985" y="5110002"/>
              <a:chExt cx="223107" cy="181979"/>
            </a:xfrm>
          </p:grpSpPr>
          <p:sp>
            <p:nvSpPr>
              <p:cNvPr id="4477" name="Google Shape;4477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8" name="Google Shape;4478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9" name="Google Shape;4479;p173"/>
            <p:cNvSpPr txBox="1"/>
            <p:nvPr/>
          </p:nvSpPr>
          <p:spPr>
            <a:xfrm>
              <a:off x="11735774" y="4989438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173"/>
            <p:cNvSpPr txBox="1"/>
            <p:nvPr/>
          </p:nvSpPr>
          <p:spPr>
            <a:xfrm>
              <a:off x="11716577" y="5665545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1" name="Google Shape;4481;p173"/>
            <p:cNvGrpSpPr/>
            <p:nvPr/>
          </p:nvGrpSpPr>
          <p:grpSpPr>
            <a:xfrm>
              <a:off x="4534324" y="4900597"/>
              <a:ext cx="424570" cy="424570"/>
              <a:chOff x="1341330" y="3905170"/>
              <a:chExt cx="364500" cy="364500"/>
            </a:xfrm>
          </p:grpSpPr>
          <p:sp>
            <p:nvSpPr>
              <p:cNvPr id="4482" name="Google Shape;4482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83" name="Google Shape;4483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484" name="Google Shape;4484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485" name="Google Shape;4485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6" name="Google Shape;4486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7" name="Google Shape;4487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8" name="Google Shape;4488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489" name="Google Shape;4489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490" name="Google Shape;4490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491" name="Google Shape;4491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2" name="Google Shape;4492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3" name="Google Shape;4493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494" name="Google Shape;4494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495" name="Google Shape;4495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6" name="Google Shape;4496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7" name="Google Shape;4497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98" name="Google Shape;4498;p173"/>
            <p:cNvGrpSpPr/>
            <p:nvPr/>
          </p:nvGrpSpPr>
          <p:grpSpPr>
            <a:xfrm>
              <a:off x="6718945" y="5181072"/>
              <a:ext cx="361462" cy="361462"/>
              <a:chOff x="2501858" y="3905171"/>
              <a:chExt cx="457200" cy="457200"/>
            </a:xfrm>
          </p:grpSpPr>
          <p:sp>
            <p:nvSpPr>
              <p:cNvPr id="4499" name="Google Shape;449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0" name="Google Shape;450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01" name="Google Shape;450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2" name="Google Shape;450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03" name="Google Shape;4503;p173"/>
            <p:cNvGrpSpPr/>
            <p:nvPr/>
          </p:nvGrpSpPr>
          <p:grpSpPr>
            <a:xfrm>
              <a:off x="5451508" y="5661549"/>
              <a:ext cx="413647" cy="413647"/>
              <a:chOff x="1785458" y="3905171"/>
              <a:chExt cx="373800" cy="373800"/>
            </a:xfrm>
          </p:grpSpPr>
          <p:sp>
            <p:nvSpPr>
              <p:cNvPr id="4504" name="Google Shape;4504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5" name="Google Shape;4505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06" name="Google Shape;4506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7" name="Google Shape;4507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8" name="Google Shape;4508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9" name="Google Shape;4509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0" name="Google Shape;4510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1" name="Google Shape;4511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2" name="Google Shape;4512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3" name="Google Shape;4513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4" name="Google Shape;4514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5" name="Google Shape;4515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6" name="Google Shape;4516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17" name="Google Shape;4517;p173"/>
            <p:cNvGrpSpPr/>
            <p:nvPr/>
          </p:nvGrpSpPr>
          <p:grpSpPr>
            <a:xfrm>
              <a:off x="6600268" y="6310109"/>
              <a:ext cx="343952" cy="343952"/>
              <a:chOff x="904600" y="3905170"/>
              <a:chExt cx="457200" cy="457200"/>
            </a:xfrm>
          </p:grpSpPr>
          <p:sp>
            <p:nvSpPr>
              <p:cNvPr id="4518" name="Google Shape;4518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19" name="Google Shape;4519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20" name="Google Shape;4520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1" name="Google Shape;4521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2" name="Google Shape;4522;p173"/>
            <p:cNvGrpSpPr/>
            <p:nvPr/>
          </p:nvGrpSpPr>
          <p:grpSpPr>
            <a:xfrm>
              <a:off x="8279303" y="6119608"/>
              <a:ext cx="448330" cy="448330"/>
              <a:chOff x="904600" y="4508420"/>
              <a:chExt cx="457200" cy="457200"/>
            </a:xfrm>
          </p:grpSpPr>
          <p:sp>
            <p:nvSpPr>
              <p:cNvPr id="4523" name="Google Shape;4523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4" name="Google Shape;4524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525" name="Google Shape;4525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6" name="Google Shape;4526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7" name="Google Shape;4527;p173"/>
            <p:cNvGrpSpPr/>
            <p:nvPr/>
          </p:nvGrpSpPr>
          <p:grpSpPr>
            <a:xfrm>
              <a:off x="7321046" y="5381831"/>
              <a:ext cx="457200" cy="457200"/>
              <a:chOff x="1504675" y="4508420"/>
              <a:chExt cx="457200" cy="457200"/>
            </a:xfrm>
          </p:grpSpPr>
          <p:sp>
            <p:nvSpPr>
              <p:cNvPr id="4528" name="Google Shape;4528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9" name="Google Shape;4529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530" name="Google Shape;4530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1" name="Google Shape;4531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2" name="Google Shape;4532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3" name="Google Shape;4533;p173"/>
            <p:cNvGrpSpPr/>
            <p:nvPr/>
          </p:nvGrpSpPr>
          <p:grpSpPr>
            <a:xfrm>
              <a:off x="10564187" y="4817354"/>
              <a:ext cx="457200" cy="457200"/>
              <a:chOff x="904600" y="3905170"/>
              <a:chExt cx="457200" cy="457200"/>
            </a:xfrm>
          </p:grpSpPr>
          <p:sp>
            <p:nvSpPr>
              <p:cNvPr id="4534" name="Google Shape;4534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35" name="Google Shape;4535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36" name="Google Shape;4536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7" name="Google Shape;4537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8" name="Google Shape;4538;p173"/>
            <p:cNvGrpSpPr/>
            <p:nvPr/>
          </p:nvGrpSpPr>
          <p:grpSpPr>
            <a:xfrm>
              <a:off x="9619208" y="5590739"/>
              <a:ext cx="457200" cy="457200"/>
              <a:chOff x="2501858" y="3905171"/>
              <a:chExt cx="457200" cy="457200"/>
            </a:xfrm>
          </p:grpSpPr>
          <p:sp>
            <p:nvSpPr>
              <p:cNvPr id="4539" name="Google Shape;453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40" name="Google Shape;454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41" name="Google Shape;454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2" name="Google Shape;454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49" name="Google Shape;4549;p173"/>
            <p:cNvGrpSpPr/>
            <p:nvPr/>
          </p:nvGrpSpPr>
          <p:grpSpPr>
            <a:xfrm>
              <a:off x="1772470" y="5612982"/>
              <a:ext cx="332570" cy="332570"/>
              <a:chOff x="1341330" y="3905170"/>
              <a:chExt cx="364500" cy="364500"/>
            </a:xfrm>
          </p:grpSpPr>
          <p:sp>
            <p:nvSpPr>
              <p:cNvPr id="4550" name="Google Shape;4550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51" name="Google Shape;4551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552" name="Google Shape;4552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553" name="Google Shape;4553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4" name="Google Shape;4554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5" name="Google Shape;4555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556" name="Google Shape;4556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557" name="Google Shape;4557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558" name="Google Shape;4558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559" name="Google Shape;4559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0" name="Google Shape;4560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1" name="Google Shape;4561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562" name="Google Shape;4562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563" name="Google Shape;4563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4" name="Google Shape;4564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5" name="Google Shape;4565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566" name="Google Shape;4566;p173"/>
            <p:cNvGrpSpPr/>
            <p:nvPr/>
          </p:nvGrpSpPr>
          <p:grpSpPr>
            <a:xfrm>
              <a:off x="1148646" y="5072215"/>
              <a:ext cx="342363" cy="342363"/>
              <a:chOff x="1785458" y="3905171"/>
              <a:chExt cx="373800" cy="373800"/>
            </a:xfrm>
          </p:grpSpPr>
          <p:sp>
            <p:nvSpPr>
              <p:cNvPr id="4567" name="Google Shape;4567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68" name="Google Shape;4568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69" name="Google Shape;4569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0" name="Google Shape;4570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1" name="Google Shape;4571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2" name="Google Shape;4572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3" name="Google Shape;4573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4" name="Google Shape;4574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5" name="Google Shape;4575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6" name="Google Shape;4576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7" name="Google Shape;4577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8" name="Google Shape;4578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9" name="Google Shape;4579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80" name="Google Shape;4580;p173"/>
            <p:cNvGrpSpPr/>
            <p:nvPr/>
          </p:nvGrpSpPr>
          <p:grpSpPr>
            <a:xfrm>
              <a:off x="8877546" y="4905764"/>
              <a:ext cx="585463" cy="621008"/>
              <a:chOff x="5562600" y="2704822"/>
              <a:chExt cx="1066418" cy="1330922"/>
            </a:xfrm>
          </p:grpSpPr>
          <p:sp>
            <p:nvSpPr>
              <p:cNvPr id="4581" name="Google Shape;4581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3" name="Google Shape;4583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84" name="Google Shape;4584;p173"/>
          <p:cNvGrpSpPr/>
          <p:nvPr/>
        </p:nvGrpSpPr>
        <p:grpSpPr>
          <a:xfrm>
            <a:off x="-136199" y="-287584"/>
            <a:ext cx="12418278" cy="2393312"/>
            <a:chOff x="-136200" y="-288563"/>
            <a:chExt cx="12418278" cy="2394030"/>
          </a:xfrm>
        </p:grpSpPr>
        <p:grpSp>
          <p:nvGrpSpPr>
            <p:cNvPr id="4585" name="Google Shape;4585;p173"/>
            <p:cNvGrpSpPr/>
            <p:nvPr/>
          </p:nvGrpSpPr>
          <p:grpSpPr>
            <a:xfrm>
              <a:off x="8197904" y="866941"/>
              <a:ext cx="819030" cy="819030"/>
              <a:chOff x="2615129" y="2596887"/>
              <a:chExt cx="3630453" cy="3630453"/>
            </a:xfrm>
          </p:grpSpPr>
          <p:sp>
            <p:nvSpPr>
              <p:cNvPr id="4586" name="Google Shape;458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87" name="Google Shape;458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8" name="Google Shape;458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9" name="Google Shape;458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0" name="Google Shape;4590;p173"/>
            <p:cNvGrpSpPr/>
            <p:nvPr/>
          </p:nvGrpSpPr>
          <p:grpSpPr>
            <a:xfrm>
              <a:off x="6464409" y="365398"/>
              <a:ext cx="819030" cy="819030"/>
              <a:chOff x="2615129" y="2596887"/>
              <a:chExt cx="3630453" cy="3630453"/>
            </a:xfrm>
          </p:grpSpPr>
          <p:sp>
            <p:nvSpPr>
              <p:cNvPr id="4591" name="Google Shape;4591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2" name="Google Shape;4592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3" name="Google Shape;4593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4" name="Google Shape;4594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5" name="Google Shape;4595;p173"/>
            <p:cNvGrpSpPr/>
            <p:nvPr/>
          </p:nvGrpSpPr>
          <p:grpSpPr>
            <a:xfrm>
              <a:off x="2260040" y="902238"/>
              <a:ext cx="819030" cy="819030"/>
              <a:chOff x="2615129" y="2596887"/>
              <a:chExt cx="3630453" cy="3630453"/>
            </a:xfrm>
          </p:grpSpPr>
          <p:sp>
            <p:nvSpPr>
              <p:cNvPr id="4596" name="Google Shape;459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7" name="Google Shape;459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8" name="Google Shape;459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9" name="Google Shape;459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8" name="Google Shape;4608;p173"/>
            <p:cNvGrpSpPr/>
            <p:nvPr/>
          </p:nvGrpSpPr>
          <p:grpSpPr>
            <a:xfrm>
              <a:off x="7064256" y="1348288"/>
              <a:ext cx="777028" cy="757179"/>
              <a:chOff x="2073624" y="-497637"/>
              <a:chExt cx="777028" cy="757179"/>
            </a:xfrm>
          </p:grpSpPr>
          <p:grpSp>
            <p:nvGrpSpPr>
              <p:cNvPr id="4609" name="Google Shape;4609;p173"/>
              <p:cNvGrpSpPr/>
              <p:nvPr/>
            </p:nvGrpSpPr>
            <p:grpSpPr>
              <a:xfrm>
                <a:off x="2073624" y="-497637"/>
                <a:ext cx="540429" cy="540429"/>
                <a:chOff x="1412135" y="3086621"/>
                <a:chExt cx="816852" cy="816852"/>
              </a:xfrm>
            </p:grpSpPr>
            <p:sp>
              <p:nvSpPr>
                <p:cNvPr id="4610" name="Google Shape;461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11" name="Google Shape;461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2" name="Google Shape;461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3" name="Google Shape;461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14" name="Google Shape;4614;p173"/>
              <p:cNvSpPr/>
              <p:nvPr/>
            </p:nvSpPr>
            <p:spPr>
              <a:xfrm>
                <a:off x="2441452" y="-14965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15" name="Google Shape;4615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2488428" y="-102692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16" name="Google Shape;4616;p173"/>
            <p:cNvSpPr/>
            <p:nvPr/>
          </p:nvSpPr>
          <p:spPr>
            <a:xfrm>
              <a:off x="8322788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173"/>
            <p:cNvSpPr/>
            <p:nvPr/>
          </p:nvSpPr>
          <p:spPr>
            <a:xfrm>
              <a:off x="2959058" y="44865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8" name="Google Shape;4618;p173"/>
            <p:cNvGrpSpPr/>
            <p:nvPr/>
          </p:nvGrpSpPr>
          <p:grpSpPr>
            <a:xfrm>
              <a:off x="3753924" y="242624"/>
              <a:ext cx="777028" cy="757179"/>
              <a:chOff x="-37533" y="336424"/>
              <a:chExt cx="777028" cy="757179"/>
            </a:xfrm>
          </p:grpSpPr>
          <p:grpSp>
            <p:nvGrpSpPr>
              <p:cNvPr id="4619" name="Google Shape;4619;p173"/>
              <p:cNvGrpSpPr/>
              <p:nvPr/>
            </p:nvGrpSpPr>
            <p:grpSpPr>
              <a:xfrm>
                <a:off x="-37533" y="336424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0" name="Google Shape;462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1" name="Google Shape;462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2" name="Google Shape;462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3" name="Google Shape;462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24" name="Google Shape;4624;p173"/>
              <p:cNvSpPr/>
              <p:nvPr/>
            </p:nvSpPr>
            <p:spPr>
              <a:xfrm>
                <a:off x="330295" y="6844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25" name="Google Shape;4625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06400" y="7605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26" name="Google Shape;4626;p173"/>
            <p:cNvGrpSpPr/>
            <p:nvPr/>
          </p:nvGrpSpPr>
          <p:grpSpPr>
            <a:xfrm>
              <a:off x="4652689" y="1034760"/>
              <a:ext cx="777028" cy="757179"/>
              <a:chOff x="4652689" y="1034760"/>
              <a:chExt cx="777028" cy="757179"/>
            </a:xfrm>
          </p:grpSpPr>
          <p:grpSp>
            <p:nvGrpSpPr>
              <p:cNvPr id="4627" name="Google Shape;4627;p173"/>
              <p:cNvGrpSpPr/>
              <p:nvPr/>
            </p:nvGrpSpPr>
            <p:grpSpPr>
              <a:xfrm>
                <a:off x="4652689" y="1034760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8" name="Google Shape;4628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9" name="Google Shape;4629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0" name="Google Shape;4630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1" name="Google Shape;4631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32" name="Google Shape;4632;p173"/>
              <p:cNvSpPr/>
              <p:nvPr/>
            </p:nvSpPr>
            <p:spPr>
              <a:xfrm>
                <a:off x="5020517" y="1382739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3" name="Google Shape;4633;p173"/>
              <p:cNvPicPr preferRelativeResize="0"/>
              <p:nvPr/>
            </p:nvPicPr>
            <p:blipFill rotWithShape="1">
              <a:blip r:embed="rId5">
                <a:alphaModFix amt="70000"/>
              </a:blip>
              <a:srcRect/>
              <a:stretch/>
            </p:blipFill>
            <p:spPr>
              <a:xfrm>
                <a:off x="5107675" y="1469898"/>
                <a:ext cx="234909" cy="2349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4" name="Google Shape;4634;p173"/>
            <p:cNvGrpSpPr/>
            <p:nvPr/>
          </p:nvGrpSpPr>
          <p:grpSpPr>
            <a:xfrm>
              <a:off x="5638264" y="431471"/>
              <a:ext cx="550200" cy="550200"/>
              <a:chOff x="5412942" y="182107"/>
              <a:chExt cx="550200" cy="550200"/>
            </a:xfrm>
          </p:grpSpPr>
          <p:sp>
            <p:nvSpPr>
              <p:cNvPr id="4635" name="Google Shape;4635;p173"/>
              <p:cNvSpPr/>
              <p:nvPr/>
            </p:nvSpPr>
            <p:spPr>
              <a:xfrm>
                <a:off x="5412942" y="182107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6" name="Google Shape;4636;p173"/>
              <p:cNvPicPr preferRelativeResize="0"/>
              <p:nvPr/>
            </p:nvPicPr>
            <p:blipFill rotWithShape="1">
              <a:blip r:embed="rId6">
                <a:alphaModFix amt="70000"/>
              </a:blip>
              <a:srcRect/>
              <a:stretch/>
            </p:blipFill>
            <p:spPr>
              <a:xfrm>
                <a:off x="5526174" y="299088"/>
                <a:ext cx="349250" cy="3492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7" name="Google Shape;4637;p173"/>
            <p:cNvGrpSpPr/>
            <p:nvPr/>
          </p:nvGrpSpPr>
          <p:grpSpPr>
            <a:xfrm>
              <a:off x="7631990" y="198628"/>
              <a:ext cx="550200" cy="550200"/>
              <a:chOff x="7631990" y="198628"/>
              <a:chExt cx="550200" cy="550200"/>
            </a:xfrm>
          </p:grpSpPr>
          <p:sp>
            <p:nvSpPr>
              <p:cNvPr id="4638" name="Google Shape;4638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9" name="Google Shape;4639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50" name="Google Shape;4650;p173"/>
            <p:cNvSpPr/>
            <p:nvPr/>
          </p:nvSpPr>
          <p:spPr>
            <a:xfrm>
              <a:off x="3706344" y="1101510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173"/>
            <p:cNvSpPr/>
            <p:nvPr/>
          </p:nvSpPr>
          <p:spPr>
            <a:xfrm>
              <a:off x="9769422" y="1275504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173"/>
            <p:cNvSpPr/>
            <p:nvPr/>
          </p:nvSpPr>
          <p:spPr>
            <a:xfrm>
              <a:off x="1004308" y="1497881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3" name="Google Shape;4653;p173"/>
            <p:cNvSpPr/>
            <p:nvPr/>
          </p:nvSpPr>
          <p:spPr>
            <a:xfrm>
              <a:off x="4587702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4" name="Google Shape;4654;p173"/>
            <p:cNvSpPr/>
            <p:nvPr/>
          </p:nvSpPr>
          <p:spPr>
            <a:xfrm>
              <a:off x="4715113" y="175242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173"/>
            <p:cNvSpPr/>
            <p:nvPr/>
          </p:nvSpPr>
          <p:spPr>
            <a:xfrm>
              <a:off x="7618010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7" name="Google Shape;4657;p173"/>
            <p:cNvSpPr/>
            <p:nvPr/>
          </p:nvSpPr>
          <p:spPr>
            <a:xfrm>
              <a:off x="5554148" y="149788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173"/>
            <p:cNvSpPr/>
            <p:nvPr/>
          </p:nvSpPr>
          <p:spPr>
            <a:xfrm>
              <a:off x="5336625" y="9997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173"/>
            <p:cNvSpPr/>
            <p:nvPr/>
          </p:nvSpPr>
          <p:spPr>
            <a:xfrm>
              <a:off x="290308" y="101286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0" name="Google Shape;4660;p173"/>
            <p:cNvSpPr/>
            <p:nvPr/>
          </p:nvSpPr>
          <p:spPr>
            <a:xfrm>
              <a:off x="62671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73"/>
            <p:cNvSpPr/>
            <p:nvPr/>
          </p:nvSpPr>
          <p:spPr>
            <a:xfrm>
              <a:off x="190306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73"/>
            <p:cNvSpPr/>
            <p:nvPr/>
          </p:nvSpPr>
          <p:spPr>
            <a:xfrm>
              <a:off x="2848159" y="169394"/>
              <a:ext cx="222683" cy="226251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63" name="Google Shape;4663;p173"/>
            <p:cNvGrpSpPr/>
            <p:nvPr/>
          </p:nvGrpSpPr>
          <p:grpSpPr>
            <a:xfrm>
              <a:off x="8851093" y="116159"/>
              <a:ext cx="540429" cy="540429"/>
              <a:chOff x="1412135" y="3086621"/>
              <a:chExt cx="816852" cy="816852"/>
            </a:xfrm>
          </p:grpSpPr>
          <p:sp>
            <p:nvSpPr>
              <p:cNvPr id="4664" name="Google Shape;466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65" name="Google Shape;466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6" name="Google Shape;466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7" name="Google Shape;466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69" name="Google Shape;4669;p173"/>
            <p:cNvSpPr/>
            <p:nvPr/>
          </p:nvSpPr>
          <p:spPr>
            <a:xfrm>
              <a:off x="10481560" y="146271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73"/>
            <p:cNvSpPr/>
            <p:nvPr/>
          </p:nvSpPr>
          <p:spPr>
            <a:xfrm>
              <a:off x="7209961" y="55359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73"/>
            <p:cNvSpPr/>
            <p:nvPr/>
          </p:nvSpPr>
          <p:spPr>
            <a:xfrm>
              <a:off x="6096000" y="9542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73"/>
            <p:cNvSpPr/>
            <p:nvPr/>
          </p:nvSpPr>
          <p:spPr>
            <a:xfrm>
              <a:off x="3550883" y="-10797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73"/>
            <p:cNvSpPr/>
            <p:nvPr/>
          </p:nvSpPr>
          <p:spPr>
            <a:xfrm>
              <a:off x="4325920" y="23127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83" name="Google Shape;4683;p173"/>
            <p:cNvGrpSpPr/>
            <p:nvPr/>
          </p:nvGrpSpPr>
          <p:grpSpPr>
            <a:xfrm>
              <a:off x="4837777" y="-270894"/>
              <a:ext cx="540429" cy="540429"/>
              <a:chOff x="1412135" y="3086621"/>
              <a:chExt cx="816852" cy="816852"/>
            </a:xfrm>
          </p:grpSpPr>
          <p:sp>
            <p:nvSpPr>
              <p:cNvPr id="4684" name="Google Shape;468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85" name="Google Shape;468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6" name="Google Shape;468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7" name="Google Shape;468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8" name="Google Shape;4688;p173"/>
            <p:cNvSpPr/>
            <p:nvPr/>
          </p:nvSpPr>
          <p:spPr>
            <a:xfrm>
              <a:off x="290308" y="1428175"/>
              <a:ext cx="245400" cy="245400"/>
            </a:xfrm>
            <a:prstGeom prst="ellipse">
              <a:avLst/>
            </a:prstGeom>
            <a:solidFill>
              <a:srgbClr val="B5B3B3">
                <a:alpha val="502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73"/>
            <p:cNvSpPr/>
            <p:nvPr/>
          </p:nvSpPr>
          <p:spPr>
            <a:xfrm>
              <a:off x="11761216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73"/>
            <p:cNvSpPr/>
            <p:nvPr/>
          </p:nvSpPr>
          <p:spPr>
            <a:xfrm>
              <a:off x="9449746" y="94897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1" name="Google Shape;4691;p173"/>
            <p:cNvGrpSpPr/>
            <p:nvPr/>
          </p:nvGrpSpPr>
          <p:grpSpPr>
            <a:xfrm>
              <a:off x="9228399" y="448813"/>
              <a:ext cx="559822" cy="343136"/>
              <a:chOff x="8746323" y="1277512"/>
              <a:chExt cx="833812" cy="511075"/>
            </a:xfrm>
          </p:grpSpPr>
          <p:sp>
            <p:nvSpPr>
              <p:cNvPr id="4692" name="Google Shape;4692;p173"/>
              <p:cNvSpPr/>
              <p:nvPr/>
            </p:nvSpPr>
            <p:spPr>
              <a:xfrm>
                <a:off x="8746323" y="1277512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 w="19050" cap="flat" cmpd="sng">
                <a:solidFill>
                  <a:srgbClr val="B5B3B3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3" name="Google Shape;4693;p173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966649" y="1392450"/>
                <a:ext cx="385123" cy="3851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94" name="Google Shape;4694;p173"/>
            <p:cNvGrpSpPr/>
            <p:nvPr/>
          </p:nvGrpSpPr>
          <p:grpSpPr>
            <a:xfrm>
              <a:off x="5163169" y="103173"/>
              <a:ext cx="563073" cy="345129"/>
              <a:chOff x="5966724" y="782226"/>
              <a:chExt cx="833812" cy="511075"/>
            </a:xfrm>
          </p:grpSpPr>
          <p:sp>
            <p:nvSpPr>
              <p:cNvPr id="4695" name="Google Shape;4695;p173"/>
              <p:cNvSpPr/>
              <p:nvPr/>
            </p:nvSpPr>
            <p:spPr>
              <a:xfrm>
                <a:off x="5966724" y="782226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6" name="Google Shape;4696;p17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195317" y="938372"/>
                <a:ext cx="341968" cy="2657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5" name="Google Shape;4705;p173"/>
            <p:cNvGrpSpPr/>
            <p:nvPr/>
          </p:nvGrpSpPr>
          <p:grpSpPr>
            <a:xfrm>
              <a:off x="3209299" y="846786"/>
              <a:ext cx="409200" cy="409200"/>
              <a:chOff x="7584484" y="1848667"/>
              <a:chExt cx="409200" cy="409200"/>
            </a:xfrm>
          </p:grpSpPr>
          <p:sp>
            <p:nvSpPr>
              <p:cNvPr id="4706" name="Google Shape;4706;p173"/>
              <p:cNvSpPr/>
              <p:nvPr/>
            </p:nvSpPr>
            <p:spPr>
              <a:xfrm>
                <a:off x="7584484" y="1848667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07" name="Google Shape;4707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7631460" y="1895633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8" name="Google Shape;4708;p173"/>
            <p:cNvGrpSpPr/>
            <p:nvPr/>
          </p:nvGrpSpPr>
          <p:grpSpPr>
            <a:xfrm>
              <a:off x="-136200" y="1223575"/>
              <a:ext cx="409200" cy="409200"/>
              <a:chOff x="4274152" y="743003"/>
              <a:chExt cx="409200" cy="409200"/>
            </a:xfrm>
          </p:grpSpPr>
          <p:sp>
            <p:nvSpPr>
              <p:cNvPr id="4709" name="Google Shape;4709;p173"/>
              <p:cNvSpPr/>
              <p:nvPr/>
            </p:nvSpPr>
            <p:spPr>
              <a:xfrm>
                <a:off x="4274152" y="7430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0" name="Google Shape;4710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350257" y="8191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11" name="Google Shape;4711;p173"/>
            <p:cNvGrpSpPr/>
            <p:nvPr/>
          </p:nvGrpSpPr>
          <p:grpSpPr>
            <a:xfrm>
              <a:off x="8916458" y="1101510"/>
              <a:ext cx="409200" cy="409200"/>
              <a:chOff x="1528820" y="1234468"/>
              <a:chExt cx="409200" cy="409200"/>
            </a:xfrm>
          </p:grpSpPr>
          <p:sp>
            <p:nvSpPr>
              <p:cNvPr id="4712" name="Google Shape;4712;p173"/>
              <p:cNvSpPr/>
              <p:nvPr/>
            </p:nvSpPr>
            <p:spPr>
              <a:xfrm>
                <a:off x="1528820" y="123446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3" name="Google Shape;4713;p173"/>
              <p:cNvPicPr preferRelativeResize="0"/>
              <p:nvPr/>
            </p:nvPicPr>
            <p:blipFill rotWithShape="1">
              <a:blip r:embed="rId10">
                <a:alphaModFix amt="70000"/>
              </a:blip>
              <a:srcRect/>
              <a:stretch/>
            </p:blipFill>
            <p:spPr>
              <a:xfrm>
                <a:off x="1606671" y="1313345"/>
                <a:ext cx="251470" cy="2514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0" name="Google Shape;4720;p173"/>
            <p:cNvGrpSpPr/>
            <p:nvPr/>
          </p:nvGrpSpPr>
          <p:grpSpPr>
            <a:xfrm>
              <a:off x="3156075" y="67045"/>
              <a:ext cx="404947" cy="404947"/>
              <a:chOff x="7631990" y="198628"/>
              <a:chExt cx="550200" cy="550200"/>
            </a:xfrm>
          </p:grpSpPr>
          <p:sp>
            <p:nvSpPr>
              <p:cNvPr id="4721" name="Google Shape;4721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22" name="Google Shape;4722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7" name="Google Shape;4727;p173"/>
            <p:cNvGrpSpPr/>
            <p:nvPr/>
          </p:nvGrpSpPr>
          <p:grpSpPr>
            <a:xfrm>
              <a:off x="10892805" y="895484"/>
              <a:ext cx="777028" cy="757179"/>
              <a:chOff x="10892805" y="895484"/>
              <a:chExt cx="777028" cy="757179"/>
            </a:xfrm>
          </p:grpSpPr>
          <p:grpSp>
            <p:nvGrpSpPr>
              <p:cNvPr id="4728" name="Google Shape;4728;p173"/>
              <p:cNvGrpSpPr/>
              <p:nvPr/>
            </p:nvGrpSpPr>
            <p:grpSpPr>
              <a:xfrm>
                <a:off x="10892805" y="895484"/>
                <a:ext cx="777028" cy="757179"/>
                <a:chOff x="10892805" y="895484"/>
                <a:chExt cx="777028" cy="757179"/>
              </a:xfrm>
            </p:grpSpPr>
            <p:grpSp>
              <p:nvGrpSpPr>
                <p:cNvPr id="4729" name="Google Shape;4729;p173"/>
                <p:cNvGrpSpPr/>
                <p:nvPr/>
              </p:nvGrpSpPr>
              <p:grpSpPr>
                <a:xfrm>
                  <a:off x="10892805" y="895484"/>
                  <a:ext cx="540429" cy="540429"/>
                  <a:chOff x="1412135" y="3086621"/>
                  <a:chExt cx="816852" cy="816852"/>
                </a:xfrm>
              </p:grpSpPr>
              <p:sp>
                <p:nvSpPr>
                  <p:cNvPr id="4730" name="Google Shape;4730;p173"/>
                  <p:cNvSpPr/>
                  <p:nvPr/>
                </p:nvSpPr>
                <p:spPr>
                  <a:xfrm>
                    <a:off x="1412135" y="3086621"/>
                    <a:ext cx="816852" cy="816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0453" h="3630453" extrusionOk="0">
                        <a:moveTo>
                          <a:pt x="0" y="990124"/>
                        </a:moveTo>
                        <a:cubicBezTo>
                          <a:pt x="0" y="443294"/>
                          <a:pt x="443294" y="0"/>
                          <a:pt x="990124" y="0"/>
                        </a:cubicBezTo>
                        <a:lnTo>
                          <a:pt x="2640330" y="0"/>
                        </a:lnTo>
                        <a:cubicBezTo>
                          <a:pt x="3187160" y="0"/>
                          <a:pt x="3630454" y="443294"/>
                          <a:pt x="3630454" y="990124"/>
                        </a:cubicBezTo>
                        <a:lnTo>
                          <a:pt x="3630454" y="2640330"/>
                        </a:lnTo>
                        <a:cubicBezTo>
                          <a:pt x="3630454" y="3187160"/>
                          <a:pt x="3187160" y="3630454"/>
                          <a:pt x="2640330" y="3630454"/>
                        </a:cubicBezTo>
                        <a:lnTo>
                          <a:pt x="990124" y="3630454"/>
                        </a:lnTo>
                        <a:cubicBezTo>
                          <a:pt x="443294" y="3630454"/>
                          <a:pt x="0" y="3187160"/>
                          <a:pt x="0" y="2640330"/>
                        </a:cubicBezTo>
                        <a:lnTo>
                          <a:pt x="0" y="9901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171450" dist="19050" algn="bl" rotWithShape="0">
                      <a:srgbClr val="000000">
                        <a:alpha val="10000"/>
                      </a:srgbClr>
                    </a:outerShdw>
                  </a:effectLst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/>
                  </a:p>
                </p:txBody>
              </p:sp>
              <p:sp>
                <p:nvSpPr>
                  <p:cNvPr id="4731" name="Google Shape;4731;p173"/>
                  <p:cNvSpPr/>
                  <p:nvPr/>
                </p:nvSpPr>
                <p:spPr>
                  <a:xfrm>
                    <a:off x="1795048" y="3213693"/>
                    <a:ext cx="204518" cy="207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8970" h="923543" extrusionOk="0">
                        <a:moveTo>
                          <a:pt x="455390" y="923544"/>
                        </a:moveTo>
                        <a:cubicBezTo>
                          <a:pt x="455390" y="669131"/>
                          <a:pt x="658273" y="462724"/>
                          <a:pt x="908971" y="461772"/>
                        </a:cubicBezTo>
                        <a:cubicBezTo>
                          <a:pt x="658273" y="460820"/>
                          <a:pt x="455390" y="254413"/>
                          <a:pt x="455390" y="0"/>
                        </a:cubicBezTo>
                        <a:lnTo>
                          <a:pt x="455390" y="0"/>
                        </a:lnTo>
                        <a:cubicBezTo>
                          <a:pt x="455390" y="254984"/>
                          <a:pt x="251555" y="461772"/>
                          <a:pt x="0" y="461772"/>
                        </a:cubicBezTo>
                        <a:cubicBezTo>
                          <a:pt x="251460" y="461772"/>
                          <a:pt x="455390" y="668560"/>
                          <a:pt x="455390" y="923544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2" name="Google Shape;4732;p173"/>
                  <p:cNvSpPr/>
                  <p:nvPr/>
                </p:nvSpPr>
                <p:spPr>
                  <a:xfrm>
                    <a:off x="1811273" y="3565961"/>
                    <a:ext cx="208762" cy="212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7830" h="942784" extrusionOk="0">
                        <a:moveTo>
                          <a:pt x="463010" y="0"/>
                        </a:moveTo>
                        <a:cubicBezTo>
                          <a:pt x="463010" y="259747"/>
                          <a:pt x="255842" y="470344"/>
                          <a:pt x="0" y="471392"/>
                        </a:cubicBezTo>
                        <a:cubicBezTo>
                          <a:pt x="255842" y="472345"/>
                          <a:pt x="463010" y="683038"/>
                          <a:pt x="463010" y="942784"/>
                        </a:cubicBezTo>
                        <a:lnTo>
                          <a:pt x="463010" y="942784"/>
                        </a:lnTo>
                        <a:cubicBezTo>
                          <a:pt x="463010" y="682466"/>
                          <a:pt x="671132" y="471392"/>
                          <a:pt x="927830" y="471392"/>
                        </a:cubicBezTo>
                        <a:cubicBezTo>
                          <a:pt x="671132" y="471392"/>
                          <a:pt x="463010" y="260318"/>
                          <a:pt x="463010" y="0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3" name="Google Shape;4733;p173"/>
                  <p:cNvSpPr/>
                  <p:nvPr/>
                </p:nvSpPr>
                <p:spPr>
                  <a:xfrm>
                    <a:off x="1547910" y="3335048"/>
                    <a:ext cx="339685" cy="345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9712" h="1533906" extrusionOk="0">
                        <a:moveTo>
                          <a:pt x="753428" y="0"/>
                        </a:moveTo>
                        <a:cubicBezTo>
                          <a:pt x="753428" y="422624"/>
                          <a:pt x="416433" y="765334"/>
                          <a:pt x="0" y="766953"/>
                        </a:cubicBezTo>
                        <a:cubicBezTo>
                          <a:pt x="416338" y="768572"/>
                          <a:pt x="753428" y="1111282"/>
                          <a:pt x="753428" y="1533906"/>
                        </a:cubicBezTo>
                        <a:lnTo>
                          <a:pt x="753428" y="1533906"/>
                        </a:lnTo>
                        <a:cubicBezTo>
                          <a:pt x="753428" y="1110329"/>
                          <a:pt x="1092041" y="766953"/>
                          <a:pt x="1509712" y="766953"/>
                        </a:cubicBezTo>
                        <a:cubicBezTo>
                          <a:pt x="1092041" y="766953"/>
                          <a:pt x="753428" y="423577"/>
                          <a:pt x="753428" y="0"/>
                        </a:cubicBezTo>
                        <a:close/>
                      </a:path>
                    </a:pathLst>
                  </a:custGeom>
                  <a:solidFill>
                    <a:srgbClr val="FFD9A8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34" name="Google Shape;4734;p173"/>
                <p:cNvSpPr/>
                <p:nvPr/>
              </p:nvSpPr>
              <p:spPr>
                <a:xfrm>
                  <a:off x="11260633" y="1243463"/>
                  <a:ext cx="409200" cy="4092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</p:grpSp>
          <p:pic>
            <p:nvPicPr>
              <p:cNvPr id="4735" name="Google Shape;4735;p173" descr="The image features a simple, modern, black speech bubble characterized by a bold, white filled circle, symbolizing a clear, concise message.&#10;&#10;AI-generated content may be incorrect."/>
              <p:cNvPicPr preferRelativeResize="0"/>
              <p:nvPr/>
            </p:nvPicPr>
            <p:blipFill rotWithShape="1">
              <a:blip r:embed="rId11">
                <a:alphaModFix amt="70000"/>
              </a:blip>
              <a:srcRect/>
              <a:stretch/>
            </p:blipFill>
            <p:spPr>
              <a:xfrm>
                <a:off x="11367203" y="1349529"/>
                <a:ext cx="194220" cy="1942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739" name="Google Shape;4739;p173"/>
          <p:cNvSpPr/>
          <p:nvPr/>
        </p:nvSpPr>
        <p:spPr>
          <a:xfrm rot="10800000" flipH="1">
            <a:off x="0" y="3780608"/>
            <a:ext cx="12192000" cy="3076500"/>
          </a:xfrm>
          <a:prstGeom prst="rect">
            <a:avLst/>
          </a:prstGeom>
          <a:gradFill>
            <a:gsLst>
              <a:gs pos="0">
                <a:srgbClr val="FFFFFF"/>
              </a:gs>
              <a:gs pos="31000">
                <a:srgbClr val="FFFFFF">
                  <a:alpha val="74902"/>
                </a:srgbClr>
              </a:gs>
              <a:gs pos="9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F6F6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0" name="Google Shape;4740;p173"/>
          <p:cNvSpPr/>
          <p:nvPr/>
        </p:nvSpPr>
        <p:spPr>
          <a:xfrm>
            <a:off x="1703575" y="2589913"/>
            <a:ext cx="8784900" cy="1919400"/>
          </a:xfrm>
          <a:prstGeom prst="roundRect">
            <a:avLst>
              <a:gd name="adj" fmla="val 16667"/>
            </a:avLst>
          </a:prstGeom>
          <a:solidFill>
            <a:srgbClr val="FFFFFF">
              <a:alpha val="63920"/>
            </a:srgbClr>
          </a:solidFill>
          <a:ln w="9525" cap="flat" cmpd="sng">
            <a:solidFill>
              <a:srgbClr val="FFA9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 0"/>
          <p:cNvSpPr/>
          <p:nvPr/>
        </p:nvSpPr>
        <p:spPr>
          <a:xfrm>
            <a:off x="1700784" y="2788920"/>
            <a:ext cx="8787384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400" b="1" kern="0" spc="-126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Why </a:t>
            </a:r>
            <a:r>
              <a:rPr lang="en-US" sz="4400" b="1" kern="0" spc="-126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Context</a:t>
            </a:r>
            <a:endParaRPr lang="en-US" sz="6300"/>
          </a:p>
        </p:txBody>
      </p:sp>
      <p:sp>
        <p:nvSpPr>
          <p:cNvPr id="3" name="Text 1"/>
          <p:cNvSpPr/>
          <p:nvPr/>
        </p:nvSpPr>
        <p:spPr>
          <a:xfrm>
            <a:off x="2011680" y="3794760"/>
            <a:ext cx="81655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90000"/>
              </a:lnSpc>
            </a:pPr>
            <a:r>
              <a:rPr lang="en-US" sz="1100" err="1">
                <a:solidFill>
                  <a:srgbClr val="618794"/>
                </a:solidFill>
                <a:latin typeface="DM Mono"/>
                <a:ea typeface="DM Mono" pitchFamily="34" charset="-122"/>
                <a:cs typeface="DM Mono" pitchFamily="34" charset="-120"/>
              </a:rPr>
              <a:t>Section 02 · The Context Problem, The Five Building Blocks, Meet Maison Europa</a:t>
            </a:r>
            <a:endParaRPr lang="en-US" sz="1100">
              <a:latin typeface="DM Mono"/>
            </a:endParaRPr>
          </a:p>
        </p:txBody>
      </p:sp>
      <p:pic>
        <p:nvPicPr>
          <p:cNvPr id="9040" name="Diggibyte Logo" descr="Diggibyte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42" name="Databricks 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pic>
        <p:nvPicPr>
          <p:cNvPr id="9043" name="Genie Logo" descr="geni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The Context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Problem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8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142" name="Shape 20142"/>
          <p:cNvSpPr/>
          <p:nvPr/>
        </p:nvSpPr>
        <p:spPr>
          <a:xfrm>
            <a:off x="685800" y="1645920"/>
            <a:ext cx="10817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Ask </a:t>
            </a: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"What was our revenue?"</a:t>
            </a: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on Maison Europa's data and the tables give three defensible answers. Only context says which one the business means.</a:t>
            </a:r>
            <a:endParaRPr lang="en-US" sz="1200"/>
          </a:p>
        </p:txBody>
      </p:sp>
      <p:sp>
        <p:nvSpPr>
          <p:cNvPr id="20143" name="Shape 20143"/>
          <p:cNvSpPr/>
          <p:nvPr/>
        </p:nvSpPr>
        <p:spPr>
          <a:xfrm>
            <a:off x="685800" y="2176272"/>
            <a:ext cx="3483864" cy="148132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44" name="Shape 20144"/>
          <p:cNvSpPr/>
          <p:nvPr/>
        </p:nvSpPr>
        <p:spPr>
          <a:xfrm>
            <a:off x="886968" y="2304288"/>
            <a:ext cx="30815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4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FACT_SALES.NET_SALES_EUR</a:t>
            </a:r>
            <a:endParaRPr lang="en-US" sz="850"/>
          </a:p>
        </p:txBody>
      </p:sp>
      <p:sp>
        <p:nvSpPr>
          <p:cNvPr id="20145" name="Shape 20145"/>
          <p:cNvSpPr/>
          <p:nvPr/>
        </p:nvSpPr>
        <p:spPr>
          <a:xfrm>
            <a:off x="886968" y="2523744"/>
            <a:ext cx="30815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kern="0" dirty="0">
                <a:solidFill>
                  <a:srgbClr val="0B2026"/>
                </a:solidFill>
                <a:latin typeface="DM Sans Black"/>
                <a:ea typeface="DM Sans Black"/>
                <a:cs typeface="DM Sans Black"/>
              </a:rPr>
              <a:t>EUR 18,209.90</a:t>
            </a:r>
            <a:endParaRPr lang="en-US" sz="2400"/>
          </a:p>
        </p:txBody>
      </p:sp>
      <p:sp>
        <p:nvSpPr>
          <p:cNvPr id="20146" name="Shape 20146"/>
          <p:cNvSpPr/>
          <p:nvPr/>
        </p:nvSpPr>
        <p:spPr>
          <a:xfrm>
            <a:off x="886968" y="3017520"/>
            <a:ext cx="30815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Order-line sales after discount. The column the tables themselves call revenue.</a:t>
            </a:r>
            <a:endParaRPr lang="en-US" sz="1050"/>
          </a:p>
        </p:txBody>
      </p:sp>
      <p:sp>
        <p:nvSpPr>
          <p:cNvPr id="20147" name="Shape 20147"/>
          <p:cNvSpPr/>
          <p:nvPr/>
        </p:nvSpPr>
        <p:spPr>
          <a:xfrm>
            <a:off x="4352544" y="2176272"/>
            <a:ext cx="3483864" cy="148132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F3621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48" name="Shape 20148"/>
          <p:cNvSpPr/>
          <p:nvPr/>
        </p:nvSpPr>
        <p:spPr>
          <a:xfrm>
            <a:off x="4553712" y="2304288"/>
            <a:ext cx="30815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4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NET REVENUE METRIC</a:t>
            </a:r>
            <a:endParaRPr lang="en-US" sz="850"/>
          </a:p>
        </p:txBody>
      </p:sp>
      <p:sp>
        <p:nvSpPr>
          <p:cNvPr id="20149" name="Shape 20149"/>
          <p:cNvSpPr/>
          <p:nvPr/>
        </p:nvSpPr>
        <p:spPr>
          <a:xfrm>
            <a:off x="4553712" y="2523744"/>
            <a:ext cx="30815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kern="0" dirty="0">
                <a:solidFill>
                  <a:srgbClr val="0B2026"/>
                </a:solidFill>
                <a:latin typeface="DM Sans Black"/>
                <a:ea typeface="DM Sans Black"/>
                <a:cs typeface="DM Sans Black"/>
              </a:rPr>
              <a:t>EUR 16,537.20</a:t>
            </a:r>
            <a:endParaRPr lang="en-US" sz="2400"/>
          </a:p>
        </p:txBody>
      </p:sp>
      <p:sp>
        <p:nvSpPr>
          <p:cNvPr id="20150" name="Shape 20150"/>
          <p:cNvSpPr/>
          <p:nvPr/>
        </p:nvSpPr>
        <p:spPr>
          <a:xfrm>
            <a:off x="4553712" y="3017520"/>
            <a:ext cx="30815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Net sales minus refunds. The certified definition, and the benchmark answer.</a:t>
            </a:r>
            <a:endParaRPr lang="en-US" sz="1050"/>
          </a:p>
        </p:txBody>
      </p:sp>
      <p:sp>
        <p:nvSpPr>
          <p:cNvPr id="20151" name="Shape 20151"/>
          <p:cNvSpPr/>
          <p:nvPr/>
        </p:nvSpPr>
        <p:spPr>
          <a:xfrm>
            <a:off x="6720840" y="228600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1" kern="0" spc="40" dirty="0">
                <a:solidFill>
                  <a:srgbClr val="0E7A3E"/>
                </a:solidFill>
                <a:latin typeface="DM Mono"/>
                <a:ea typeface="DM Mono"/>
                <a:cs typeface="DM Mono"/>
              </a:rPr>
              <a:t>CERTIFIED</a:t>
            </a:r>
            <a:endParaRPr lang="en-US" sz="750"/>
          </a:p>
        </p:txBody>
      </p:sp>
      <p:sp>
        <p:nvSpPr>
          <p:cNvPr id="20152" name="Shape 20152"/>
          <p:cNvSpPr/>
          <p:nvPr/>
        </p:nvSpPr>
        <p:spPr>
          <a:xfrm>
            <a:off x="8019288" y="2176272"/>
            <a:ext cx="3483864" cy="148132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53" name="Shape 20153"/>
          <p:cNvSpPr/>
          <p:nvPr/>
        </p:nvSpPr>
        <p:spPr>
          <a:xfrm>
            <a:off x="8220456" y="2304288"/>
            <a:ext cx="30815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4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FACT_FINANCE.REVENUE_EUR</a:t>
            </a:r>
            <a:endParaRPr lang="en-US" sz="850"/>
          </a:p>
        </p:txBody>
      </p:sp>
      <p:sp>
        <p:nvSpPr>
          <p:cNvPr id="20154" name="Shape 20154"/>
          <p:cNvSpPr/>
          <p:nvPr/>
        </p:nvSpPr>
        <p:spPr>
          <a:xfrm>
            <a:off x="8220456" y="2523744"/>
            <a:ext cx="30815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kern="0" dirty="0">
                <a:solidFill>
                  <a:srgbClr val="0B2026"/>
                </a:solidFill>
                <a:latin typeface="DM Sans Black"/>
                <a:ea typeface="DM Sans Black"/>
                <a:cs typeface="DM Sans Black"/>
              </a:rPr>
              <a:t>EUR 5,000,000</a:t>
            </a:r>
            <a:endParaRPr lang="en-US" sz="2400"/>
          </a:p>
        </p:txBody>
      </p:sp>
      <p:sp>
        <p:nvSpPr>
          <p:cNvPr id="20155" name="Shape 20155"/>
          <p:cNvSpPr/>
          <p:nvPr/>
        </p:nvSpPr>
        <p:spPr>
          <a:xfrm>
            <a:off x="8220456" y="3017520"/>
            <a:ext cx="30815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Booked store P&amp;L for December 2025. A different grain: never add it to sales.</a:t>
            </a:r>
            <a:endParaRPr lang="en-US" sz="1050"/>
          </a:p>
        </p:txBody>
      </p:sp>
      <p:sp>
        <p:nvSpPr>
          <p:cNvPr id="20156" name="Shape 20156"/>
          <p:cNvSpPr/>
          <p:nvPr/>
        </p:nvSpPr>
        <p:spPr>
          <a:xfrm>
            <a:off x="685800" y="3822192"/>
            <a:ext cx="1920240" cy="310896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57" name="Shape 20157"/>
          <p:cNvSpPr/>
          <p:nvPr/>
        </p:nvSpPr>
        <p:spPr>
          <a:xfrm>
            <a:off x="813816" y="3822192"/>
            <a:ext cx="17465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CONTEXT TRAP</a:t>
            </a:r>
            <a:endParaRPr lang="en-US" sz="850"/>
          </a:p>
        </p:txBody>
      </p:sp>
      <p:sp>
        <p:nvSpPr>
          <p:cNvPr id="20158" name="Shape 20158"/>
          <p:cNvSpPr/>
          <p:nvPr/>
        </p:nvSpPr>
        <p:spPr>
          <a:xfrm>
            <a:off x="2606040" y="3822192"/>
            <a:ext cx="4343400" cy="310896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59" name="Shape 20159"/>
          <p:cNvSpPr/>
          <p:nvPr/>
        </p:nvSpPr>
        <p:spPr>
          <a:xfrm>
            <a:off x="2734056" y="3822192"/>
            <a:ext cx="416966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WHAT THE TABLES ALLOW</a:t>
            </a:r>
            <a:endParaRPr lang="en-US" sz="850"/>
          </a:p>
        </p:txBody>
      </p:sp>
      <p:sp>
        <p:nvSpPr>
          <p:cNvPr id="20160" name="Shape 20160"/>
          <p:cNvSpPr/>
          <p:nvPr/>
        </p:nvSpPr>
        <p:spPr>
          <a:xfrm>
            <a:off x="6949440" y="3822192"/>
            <a:ext cx="4553712" cy="310896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61" name="Shape 20161"/>
          <p:cNvSpPr/>
          <p:nvPr/>
        </p:nvSpPr>
        <p:spPr>
          <a:xfrm>
            <a:off x="7077456" y="3822192"/>
            <a:ext cx="43799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WHAT THE BUSINESS MEANS</a:t>
            </a:r>
            <a:endParaRPr lang="en-US" sz="850"/>
          </a:p>
        </p:txBody>
      </p:sp>
      <p:sp>
        <p:nvSpPr>
          <p:cNvPr id="20162" name="Shape 20162"/>
          <p:cNvSpPr/>
          <p:nvPr/>
        </p:nvSpPr>
        <p:spPr>
          <a:xfrm>
            <a:off x="6949440" y="4133088"/>
            <a:ext cx="4553712" cy="56692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63" name="Shape 20163"/>
          <p:cNvSpPr/>
          <p:nvPr/>
        </p:nvSpPr>
        <p:spPr>
          <a:xfrm>
            <a:off x="822960" y="413308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Region</a:t>
            </a:r>
            <a:endParaRPr lang="en-US" sz="1150"/>
          </a:p>
        </p:txBody>
      </p:sp>
      <p:sp>
        <p:nvSpPr>
          <p:cNvPr id="20164" name="Shape 20164"/>
          <p:cNvSpPr/>
          <p:nvPr/>
        </p:nvSpPr>
        <p:spPr>
          <a:xfrm>
            <a:off x="2743200" y="4133088"/>
            <a:ext cx="40690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dim_store.region (where the sale happened) or dim_customer.region (where the customer lives)</a:t>
            </a:r>
            <a:endParaRPr lang="en-US" sz="1000"/>
          </a:p>
        </p:txBody>
      </p:sp>
      <p:sp>
        <p:nvSpPr>
          <p:cNvPr id="20165" name="Shape 20165"/>
          <p:cNvSpPr/>
          <p:nvPr/>
        </p:nvSpPr>
        <p:spPr>
          <a:xfrm>
            <a:off x="7086600" y="4133088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Store region for sales; customer region for Online orders</a:t>
            </a:r>
            <a:endParaRPr lang="en-US" sz="1000"/>
          </a:p>
        </p:txBody>
      </p:sp>
      <p:sp>
        <p:nvSpPr>
          <p:cNvPr id="20166" name="Shape 20166"/>
          <p:cNvSpPr/>
          <p:nvPr/>
        </p:nvSpPr>
        <p:spPr>
          <a:xfrm>
            <a:off x="685800" y="4700016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67" name="Shape 20167"/>
          <p:cNvSpPr/>
          <p:nvPr/>
        </p:nvSpPr>
        <p:spPr>
          <a:xfrm>
            <a:off x="6949440" y="4700016"/>
            <a:ext cx="4553712" cy="56692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68" name="Shape 20168"/>
          <p:cNvSpPr/>
          <p:nvPr/>
        </p:nvSpPr>
        <p:spPr>
          <a:xfrm>
            <a:off x="822960" y="470001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Who is asking</a:t>
            </a:r>
            <a:endParaRPr lang="en-US" sz="1150"/>
          </a:p>
        </p:txBody>
      </p:sp>
      <p:sp>
        <p:nvSpPr>
          <p:cNvPr id="20169" name="Shape 20169"/>
          <p:cNvSpPr/>
          <p:nvPr/>
        </p:nvSpPr>
        <p:spPr>
          <a:xfrm>
            <a:off x="2743200" y="4700016"/>
            <a:ext cx="40690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Marco (Southern Europe) and Claire (all regions) query the same Gold tables</a:t>
            </a:r>
            <a:endParaRPr lang="en-US" sz="1000"/>
          </a:p>
        </p:txBody>
      </p:sp>
      <p:sp>
        <p:nvSpPr>
          <p:cNvPr id="20170" name="Shape 20170"/>
          <p:cNvSpPr/>
          <p:nvPr/>
        </p:nvSpPr>
        <p:spPr>
          <a:xfrm>
            <a:off x="7086600" y="4700016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Marco's net revenue is </a:t>
            </a: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EUR 5,914.00</a:t>
            </a: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, Claire's </a:t>
            </a: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EUR 16,537.20</a:t>
            </a: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. Both are right.</a:t>
            </a:r>
            <a:endParaRPr lang="en-US" sz="1000"/>
          </a:p>
        </p:txBody>
      </p:sp>
      <p:sp>
        <p:nvSpPr>
          <p:cNvPr id="20171" name="Shape 20171"/>
          <p:cNvSpPr/>
          <p:nvPr/>
        </p:nvSpPr>
        <p:spPr>
          <a:xfrm>
            <a:off x="685800" y="5266944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72" name="Shape 20172"/>
          <p:cNvSpPr/>
          <p:nvPr/>
        </p:nvSpPr>
        <p:spPr>
          <a:xfrm>
            <a:off x="6949440" y="5266944"/>
            <a:ext cx="4553712" cy="56692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173" name="Shape 20173"/>
          <p:cNvSpPr/>
          <p:nvPr/>
        </p:nvSpPr>
        <p:spPr>
          <a:xfrm>
            <a:off x="822960" y="5266944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Discount</a:t>
            </a:r>
            <a:endParaRPr lang="en-US" sz="1150"/>
          </a:p>
        </p:txBody>
      </p:sp>
      <p:sp>
        <p:nvSpPr>
          <p:cNvPr id="20174" name="Shape 20174"/>
          <p:cNvSpPr/>
          <p:nvPr/>
        </p:nvSpPr>
        <p:spPr>
          <a:xfrm>
            <a:off x="2743200" y="5266944"/>
            <a:ext cx="40690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discount_pct on a 0-100 scale, plus a separate max_discount_pct cap per product</a:t>
            </a:r>
            <a:endParaRPr lang="en-US" sz="1000"/>
          </a:p>
        </p:txBody>
      </p:sp>
      <p:sp>
        <p:nvSpPr>
          <p:cNvPr id="20175" name="Shape 20175"/>
          <p:cNvSpPr/>
          <p:nvPr/>
        </p:nvSpPr>
        <p:spPr>
          <a:xfrm>
            <a:off x="7086600" y="5266944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Above the cap is a policy breach, not a promotion: </a:t>
            </a: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2 lines</a:t>
            </a: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today</a:t>
            </a:r>
            <a:endParaRPr lang="en-US" sz="1000"/>
          </a:p>
        </p:txBody>
      </p:sp>
      <p:sp>
        <p:nvSpPr>
          <p:cNvPr id="20176" name="Shape 20176"/>
          <p:cNvSpPr/>
          <p:nvPr/>
        </p:nvSpPr>
        <p:spPr>
          <a:xfrm>
            <a:off x="685800" y="5833872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Five Building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Blocks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177" name="Shape 20177"/>
          <p:cNvSpPr/>
          <p:nvPr/>
        </p:nvSpPr>
        <p:spPr>
          <a:xfrm>
            <a:off x="685800" y="1645920"/>
            <a:ext cx="1081735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An agent is only as trustworthy as what feeds it. Four blocks feed the agent, and the lab builds them in this order.</a:t>
            </a:r>
            <a:endParaRPr lang="en-US" sz="1200"/>
          </a:p>
        </p:txBody>
      </p:sp>
      <p:sp>
        <p:nvSpPr>
          <p:cNvPr id="20178" name="Shape 20178"/>
          <p:cNvSpPr/>
          <p:nvPr/>
        </p:nvSpPr>
        <p:spPr>
          <a:xfrm>
            <a:off x="2944368" y="2194560"/>
            <a:ext cx="2240280" cy="93268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79" name="Picture 20178" descr="unity-catalog-seman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2350008"/>
            <a:ext cx="384048" cy="384048"/>
          </a:xfrm>
          <a:prstGeom prst="rect">
            <a:avLst/>
          </a:prstGeom>
        </p:spPr>
      </p:pic>
      <p:sp>
        <p:nvSpPr>
          <p:cNvPr id="2" name="Shape 20179"/>
          <p:cNvSpPr/>
          <p:nvPr/>
        </p:nvSpPr>
        <p:spPr>
          <a:xfrm>
            <a:off x="2843784" y="2093976"/>
            <a:ext cx="274320" cy="274320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4</a:t>
            </a:r>
            <a:endParaRPr lang="en-US" sz="900"/>
          </a:p>
        </p:txBody>
      </p:sp>
      <p:sp>
        <p:nvSpPr>
          <p:cNvPr id="20180" name="Shape 20180"/>
          <p:cNvSpPr/>
          <p:nvPr/>
        </p:nvSpPr>
        <p:spPr>
          <a:xfrm>
            <a:off x="3584448" y="2304288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Context</a:t>
            </a:r>
            <a:endParaRPr lang="en-US" sz="1350"/>
          </a:p>
        </p:txBody>
      </p:sp>
      <p:sp>
        <p:nvSpPr>
          <p:cNvPr id="20181" name="Shape 20181"/>
          <p:cNvSpPr/>
          <p:nvPr/>
        </p:nvSpPr>
        <p:spPr>
          <a:xfrm>
            <a:off x="3584448" y="2578608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Domains, sub-domains and pages</a:t>
            </a:r>
            <a:endParaRPr lang="en-US" sz="950"/>
          </a:p>
        </p:txBody>
      </p:sp>
      <p:sp>
        <p:nvSpPr>
          <p:cNvPr id="20182" name="Shape 20182"/>
          <p:cNvSpPr/>
          <p:nvPr/>
        </p:nvSpPr>
        <p:spPr>
          <a:xfrm>
            <a:off x="5440680" y="3383280"/>
            <a:ext cx="2240280" cy="93268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83" name="Picture 20182" descr="spark-declarative-pipe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4" y="3538728"/>
            <a:ext cx="384048" cy="384048"/>
          </a:xfrm>
          <a:prstGeom prst="rect">
            <a:avLst/>
          </a:prstGeom>
        </p:spPr>
      </p:pic>
      <p:sp>
        <p:nvSpPr>
          <p:cNvPr id="4" name="Shape 20183"/>
          <p:cNvSpPr/>
          <p:nvPr/>
        </p:nvSpPr>
        <p:spPr>
          <a:xfrm>
            <a:off x="5340096" y="3282696"/>
            <a:ext cx="274320" cy="274320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1</a:t>
            </a:r>
            <a:endParaRPr lang="en-US" sz="900"/>
          </a:p>
        </p:txBody>
      </p:sp>
      <p:sp>
        <p:nvSpPr>
          <p:cNvPr id="20184" name="Shape 20184"/>
          <p:cNvSpPr/>
          <p:nvPr/>
        </p:nvSpPr>
        <p:spPr>
          <a:xfrm>
            <a:off x="6080760" y="3493008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</a:t>
            </a:r>
            <a:endParaRPr lang="en-US" sz="1350"/>
          </a:p>
        </p:txBody>
      </p:sp>
      <p:sp>
        <p:nvSpPr>
          <p:cNvPr id="20185" name="Shape 20185"/>
          <p:cNvSpPr/>
          <p:nvPr/>
        </p:nvSpPr>
        <p:spPr>
          <a:xfrm>
            <a:off x="6080760" y="3767328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Bronze to Gold, then metric views</a:t>
            </a:r>
            <a:endParaRPr lang="en-US" sz="950"/>
          </a:p>
        </p:txBody>
      </p:sp>
      <p:sp>
        <p:nvSpPr>
          <p:cNvPr id="20186" name="Shape 20186"/>
          <p:cNvSpPr/>
          <p:nvPr/>
        </p:nvSpPr>
        <p:spPr>
          <a:xfrm>
            <a:off x="2944368" y="4846320"/>
            <a:ext cx="2240280" cy="93268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87" name="Picture 20186" descr="unity-catalo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672" y="5001768"/>
            <a:ext cx="384048" cy="384048"/>
          </a:xfrm>
          <a:prstGeom prst="rect">
            <a:avLst/>
          </a:prstGeom>
        </p:spPr>
      </p:pic>
      <p:sp>
        <p:nvSpPr>
          <p:cNvPr id="8" name="Shape 20187"/>
          <p:cNvSpPr/>
          <p:nvPr/>
        </p:nvSpPr>
        <p:spPr>
          <a:xfrm>
            <a:off x="2843784" y="4745736"/>
            <a:ext cx="274320" cy="274320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2</a:t>
            </a:r>
            <a:endParaRPr lang="en-US" sz="900"/>
          </a:p>
        </p:txBody>
      </p:sp>
      <p:sp>
        <p:nvSpPr>
          <p:cNvPr id="20188" name="Shape 20188"/>
          <p:cNvSpPr/>
          <p:nvPr/>
        </p:nvSpPr>
        <p:spPr>
          <a:xfrm>
            <a:off x="3584448" y="4956048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Governance</a:t>
            </a:r>
            <a:endParaRPr lang="en-US" sz="1350"/>
          </a:p>
        </p:txBody>
      </p:sp>
      <p:sp>
        <p:nvSpPr>
          <p:cNvPr id="20189" name="Shape 20189"/>
          <p:cNvSpPr/>
          <p:nvPr/>
        </p:nvSpPr>
        <p:spPr>
          <a:xfrm>
            <a:off x="3584448" y="5230368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Row filters and column masks</a:t>
            </a:r>
            <a:endParaRPr lang="en-US" sz="950"/>
          </a:p>
        </p:txBody>
      </p:sp>
      <p:sp>
        <p:nvSpPr>
          <p:cNvPr id="20190" name="Shape 20190"/>
          <p:cNvSpPr/>
          <p:nvPr/>
        </p:nvSpPr>
        <p:spPr>
          <a:xfrm>
            <a:off x="868680" y="3383280"/>
            <a:ext cx="1874520" cy="93268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91" name="Picture 20190" descr="genie-ag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" y="3538728"/>
            <a:ext cx="384048" cy="384048"/>
          </a:xfrm>
          <a:prstGeom prst="rect">
            <a:avLst/>
          </a:prstGeom>
        </p:spPr>
      </p:pic>
      <p:sp>
        <p:nvSpPr>
          <p:cNvPr id="9" name="Shape 20191"/>
          <p:cNvSpPr/>
          <p:nvPr/>
        </p:nvSpPr>
        <p:spPr>
          <a:xfrm>
            <a:off x="768096" y="3282696"/>
            <a:ext cx="274320" cy="274320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3</a:t>
            </a:r>
            <a:endParaRPr lang="en-US" sz="900"/>
          </a:p>
        </p:txBody>
      </p:sp>
      <p:sp>
        <p:nvSpPr>
          <p:cNvPr id="20192" name="Shape 20192"/>
          <p:cNvSpPr/>
          <p:nvPr/>
        </p:nvSpPr>
        <p:spPr>
          <a:xfrm>
            <a:off x="1508760" y="3493008"/>
            <a:ext cx="11247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</a:t>
            </a:r>
            <a:endParaRPr lang="en-US" sz="1350"/>
          </a:p>
        </p:txBody>
      </p:sp>
      <p:sp>
        <p:nvSpPr>
          <p:cNvPr id="20193" name="Shape 20193"/>
          <p:cNvSpPr/>
          <p:nvPr/>
        </p:nvSpPr>
        <p:spPr>
          <a:xfrm>
            <a:off x="1508760" y="3767328"/>
            <a:ext cx="11247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 curated Genie Agent</a:t>
            </a:r>
            <a:endParaRPr lang="en-US" sz="950"/>
          </a:p>
        </p:txBody>
      </p:sp>
      <p:sp>
        <p:nvSpPr>
          <p:cNvPr id="20194" name="Shape 20194"/>
          <p:cNvSpPr/>
          <p:nvPr/>
        </p:nvSpPr>
        <p:spPr>
          <a:xfrm>
            <a:off x="2971800" y="3401568"/>
            <a:ext cx="2194560" cy="896112"/>
          </a:xfrm>
          <a:prstGeom prst="roundRect">
            <a:avLst>
              <a:gd name="adj" fmla="val 12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195" name="Picture 20194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3621024"/>
            <a:ext cx="457200" cy="457200"/>
          </a:xfrm>
          <a:prstGeom prst="rect">
            <a:avLst/>
          </a:prstGeom>
        </p:spPr>
      </p:pic>
      <p:sp>
        <p:nvSpPr>
          <p:cNvPr id="10" name="Shape 20195"/>
          <p:cNvSpPr/>
          <p:nvPr/>
        </p:nvSpPr>
        <p:spPr>
          <a:xfrm>
            <a:off x="3666744" y="3529584"/>
            <a:ext cx="14081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Agent</a:t>
            </a:r>
            <a:endParaRPr lang="en-US" sz="1500"/>
          </a:p>
        </p:txBody>
      </p:sp>
      <p:sp>
        <p:nvSpPr>
          <p:cNvPr id="20196" name="Shape 20196"/>
          <p:cNvSpPr/>
          <p:nvPr/>
        </p:nvSpPr>
        <p:spPr>
          <a:xfrm>
            <a:off x="3666744" y="3840480"/>
            <a:ext cx="14081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Answers as you</a:t>
            </a:r>
            <a:endParaRPr lang="en-US" sz="1000"/>
          </a:p>
        </p:txBody>
      </p:sp>
      <p:cxnSp>
        <p:nvCxnSpPr>
          <p:cNvPr id="20197" name="Arrow 20197"/>
          <p:cNvCxnSpPr/>
          <p:nvPr/>
        </p:nvCxnSpPr>
        <p:spPr>
          <a:xfrm>
            <a:off x="4069080" y="3127248"/>
            <a:ext cx="0" cy="27432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cxnSp>
        <p:nvCxnSpPr>
          <p:cNvPr id="20198" name="Arrow 20198"/>
          <p:cNvCxnSpPr/>
          <p:nvPr/>
        </p:nvCxnSpPr>
        <p:spPr>
          <a:xfrm flipH="1">
            <a:off x="5166360" y="3849624"/>
            <a:ext cx="274320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cxnSp>
        <p:nvCxnSpPr>
          <p:cNvPr id="20199" name="Arrow 20199"/>
          <p:cNvCxnSpPr/>
          <p:nvPr/>
        </p:nvCxnSpPr>
        <p:spPr>
          <a:xfrm flipV="1">
            <a:off x="4069080" y="4297680"/>
            <a:ext cx="0" cy="54864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cxnSp>
        <p:nvCxnSpPr>
          <p:cNvPr id="20200" name="Arrow 20200"/>
          <p:cNvCxnSpPr/>
          <p:nvPr/>
        </p:nvCxnSpPr>
        <p:spPr>
          <a:xfrm>
            <a:off x="2743200" y="3849624"/>
            <a:ext cx="228600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201" name="Shape 20201"/>
          <p:cNvSpPr/>
          <p:nvPr/>
        </p:nvSpPr>
        <p:spPr>
          <a:xfrm>
            <a:off x="8001000" y="2194560"/>
            <a:ext cx="3502152" cy="3584448"/>
          </a:xfrm>
          <a:prstGeom prst="roundRect">
            <a:avLst>
              <a:gd name="adj" fmla="val 4000"/>
            </a:avLst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02" name="Shape 20202"/>
          <p:cNvSpPr/>
          <p:nvPr/>
        </p:nvSpPr>
        <p:spPr>
          <a:xfrm>
            <a:off x="8229600" y="2304288"/>
            <a:ext cx="30449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HOW THE LAB BUILDS IT</a:t>
            </a:r>
            <a:endParaRPr lang="en-US" sz="850"/>
          </a:p>
        </p:txBody>
      </p:sp>
      <p:sp>
        <p:nvSpPr>
          <p:cNvPr id="20203" name="Shape 20203"/>
          <p:cNvSpPr/>
          <p:nvPr/>
        </p:nvSpPr>
        <p:spPr>
          <a:xfrm>
            <a:off x="8229600" y="2724912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1</a:t>
            </a:r>
            <a:endParaRPr lang="en-US" sz="900"/>
          </a:p>
        </p:txBody>
      </p:sp>
      <p:sp>
        <p:nvSpPr>
          <p:cNvPr id="20204" name="Shape 20204"/>
          <p:cNvSpPr/>
          <p:nvPr/>
        </p:nvSpPr>
        <p:spPr>
          <a:xfrm>
            <a:off x="8622792" y="2670048"/>
            <a:ext cx="2679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</a:t>
            </a:r>
            <a:endParaRPr lang="en-US" sz="1150"/>
          </a:p>
        </p:txBody>
      </p:sp>
      <p:sp>
        <p:nvSpPr>
          <p:cNvPr id="20205" name="Shape 20205"/>
          <p:cNvSpPr/>
          <p:nvPr/>
        </p:nvSpPr>
        <p:spPr>
          <a:xfrm>
            <a:off x="8622792" y="2916936"/>
            <a:ext cx="2679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Steps 1-2 · Lakeflow pipeline, metric views</a:t>
            </a:r>
            <a:endParaRPr lang="en-US" sz="950"/>
          </a:p>
        </p:txBody>
      </p:sp>
      <p:sp>
        <p:nvSpPr>
          <p:cNvPr id="20206" name="Shape 20206"/>
          <p:cNvSpPr/>
          <p:nvPr/>
        </p:nvSpPr>
        <p:spPr>
          <a:xfrm>
            <a:off x="8229600" y="3328416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2</a:t>
            </a:r>
            <a:endParaRPr lang="en-US" sz="900"/>
          </a:p>
        </p:txBody>
      </p:sp>
      <p:sp>
        <p:nvSpPr>
          <p:cNvPr id="20207" name="Shape 20207"/>
          <p:cNvSpPr/>
          <p:nvPr/>
        </p:nvSpPr>
        <p:spPr>
          <a:xfrm>
            <a:off x="8622792" y="3273552"/>
            <a:ext cx="2679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Governance</a:t>
            </a:r>
            <a:endParaRPr lang="en-US" sz="1150"/>
          </a:p>
        </p:txBody>
      </p:sp>
      <p:sp>
        <p:nvSpPr>
          <p:cNvPr id="20208" name="Shape 20208"/>
          <p:cNvSpPr/>
          <p:nvPr/>
        </p:nvSpPr>
        <p:spPr>
          <a:xfrm>
            <a:off x="8622792" y="3520440"/>
            <a:ext cx="2679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Step 3 · Unity Catalog policies</a:t>
            </a:r>
            <a:endParaRPr lang="en-US" sz="950"/>
          </a:p>
        </p:txBody>
      </p:sp>
      <p:sp>
        <p:nvSpPr>
          <p:cNvPr id="20209" name="Shape 20209"/>
          <p:cNvSpPr/>
          <p:nvPr/>
        </p:nvSpPr>
        <p:spPr>
          <a:xfrm>
            <a:off x="8229600" y="3931920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3</a:t>
            </a:r>
            <a:endParaRPr lang="en-US" sz="900"/>
          </a:p>
        </p:txBody>
      </p:sp>
      <p:sp>
        <p:nvSpPr>
          <p:cNvPr id="20210" name="Shape 20210"/>
          <p:cNvSpPr/>
          <p:nvPr/>
        </p:nvSpPr>
        <p:spPr>
          <a:xfrm>
            <a:off x="8622792" y="3877056"/>
            <a:ext cx="2679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</a:t>
            </a:r>
            <a:endParaRPr lang="en-US" sz="1150"/>
          </a:p>
        </p:txBody>
      </p:sp>
      <p:sp>
        <p:nvSpPr>
          <p:cNvPr id="20211" name="Shape 20211"/>
          <p:cNvSpPr/>
          <p:nvPr/>
        </p:nvSpPr>
        <p:spPr>
          <a:xfrm>
            <a:off x="8622792" y="4123944"/>
            <a:ext cx="2679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Step 4 · the Genie Agent manifest</a:t>
            </a:r>
            <a:endParaRPr lang="en-US" sz="950"/>
          </a:p>
        </p:txBody>
      </p:sp>
      <p:sp>
        <p:nvSpPr>
          <p:cNvPr id="20212" name="Shape 20212"/>
          <p:cNvSpPr/>
          <p:nvPr/>
        </p:nvSpPr>
        <p:spPr>
          <a:xfrm>
            <a:off x="8229600" y="4535424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4</a:t>
            </a:r>
            <a:endParaRPr lang="en-US" sz="900"/>
          </a:p>
        </p:txBody>
      </p:sp>
      <p:sp>
        <p:nvSpPr>
          <p:cNvPr id="20213" name="Shape 20213"/>
          <p:cNvSpPr/>
          <p:nvPr/>
        </p:nvSpPr>
        <p:spPr>
          <a:xfrm>
            <a:off x="8622792" y="4480560"/>
            <a:ext cx="2679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Context</a:t>
            </a:r>
            <a:endParaRPr lang="en-US" sz="1150"/>
          </a:p>
        </p:txBody>
      </p:sp>
      <p:sp>
        <p:nvSpPr>
          <p:cNvPr id="20214" name="Shape 20214"/>
          <p:cNvSpPr/>
          <p:nvPr/>
        </p:nvSpPr>
        <p:spPr>
          <a:xfrm>
            <a:off x="8622792" y="4727448"/>
            <a:ext cx="2679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Step 5 · domains and pages from Git</a:t>
            </a:r>
            <a:endParaRPr lang="en-US" sz="950"/>
          </a:p>
        </p:txBody>
      </p:sp>
      <p:sp>
        <p:nvSpPr>
          <p:cNvPr id="20215" name="Shape 20215"/>
          <p:cNvSpPr/>
          <p:nvPr/>
        </p:nvSpPr>
        <p:spPr>
          <a:xfrm>
            <a:off x="8229600" y="5138928"/>
            <a:ext cx="256032" cy="256032"/>
          </a:xfrm>
          <a:prstGeom prst="ellipse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A</a:t>
            </a:r>
            <a:endParaRPr lang="en-US" sz="900"/>
          </a:p>
        </p:txBody>
      </p:sp>
      <p:sp>
        <p:nvSpPr>
          <p:cNvPr id="20216" name="Shape 20216"/>
          <p:cNvSpPr/>
          <p:nvPr/>
        </p:nvSpPr>
        <p:spPr>
          <a:xfrm>
            <a:off x="8622792" y="5084064"/>
            <a:ext cx="2679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Agent</a:t>
            </a:r>
            <a:endParaRPr lang="en-US" sz="1150"/>
          </a:p>
        </p:txBody>
      </p:sp>
      <p:sp>
        <p:nvSpPr>
          <p:cNvPr id="20217" name="Shape 20217"/>
          <p:cNvSpPr/>
          <p:nvPr/>
        </p:nvSpPr>
        <p:spPr>
          <a:xfrm>
            <a:off x="8622792" y="5330952"/>
            <a:ext cx="2679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9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Genie One, or any agent over Genie MCP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 dirty="0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Use Case </a:t>
            </a:r>
            <a:r>
              <a:rPr lang="en-US" sz="3500" b="1" kern="0" spc="-75" dirty="0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TBD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218" name="Shape 20218"/>
          <p:cNvSpPr/>
          <p:nvPr/>
        </p:nvSpPr>
        <p:spPr>
          <a:xfrm>
            <a:off x="685800" y="1645920"/>
            <a:ext cx="1081735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 fictional European fashion group: </a:t>
            </a: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8 fashion houses</a:t>
            </a: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from Fast Fashion to Luxury, </a:t>
            </a: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10 stores</a:t>
            </a: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in </a:t>
            </a: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5 regions</a:t>
            </a: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across four channels. All data synthetic, in EUR.</a:t>
            </a:r>
            <a:endParaRPr lang="en-US" sz="1200"/>
          </a:p>
        </p:txBody>
      </p:sp>
      <p:sp>
        <p:nvSpPr>
          <p:cNvPr id="20219" name="Shape 20219"/>
          <p:cNvSpPr/>
          <p:nvPr/>
        </p:nvSpPr>
        <p:spPr>
          <a:xfrm>
            <a:off x="685800" y="2194560"/>
            <a:ext cx="5623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CATALOG  FASHION_BOOTCAMP</a:t>
            </a:r>
            <a:endParaRPr lang="en-US" sz="850"/>
          </a:p>
        </p:txBody>
      </p:sp>
      <p:sp>
        <p:nvSpPr>
          <p:cNvPr id="20220" name="Shape 20220"/>
          <p:cNvSpPr/>
          <p:nvPr/>
        </p:nvSpPr>
        <p:spPr>
          <a:xfrm>
            <a:off x="685800" y="2505456"/>
            <a:ext cx="1417320" cy="310896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21" name="Shape 20221"/>
          <p:cNvSpPr/>
          <p:nvPr/>
        </p:nvSpPr>
        <p:spPr>
          <a:xfrm>
            <a:off x="813816" y="2505456"/>
            <a:ext cx="12435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SCHEMA</a:t>
            </a:r>
            <a:endParaRPr lang="en-US" sz="850"/>
          </a:p>
        </p:txBody>
      </p:sp>
      <p:sp>
        <p:nvSpPr>
          <p:cNvPr id="20222" name="Shape 20222"/>
          <p:cNvSpPr/>
          <p:nvPr/>
        </p:nvSpPr>
        <p:spPr>
          <a:xfrm>
            <a:off x="2103120" y="2505456"/>
            <a:ext cx="4206240" cy="310896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23" name="Shape 20223"/>
          <p:cNvSpPr/>
          <p:nvPr/>
        </p:nvSpPr>
        <p:spPr>
          <a:xfrm>
            <a:off x="2231136" y="2505456"/>
            <a:ext cx="40325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WHAT IT HOLDS</a:t>
            </a:r>
            <a:endParaRPr lang="en-US" sz="850"/>
          </a:p>
        </p:txBody>
      </p:sp>
      <p:sp>
        <p:nvSpPr>
          <p:cNvPr id="20224" name="Shape 20224"/>
          <p:cNvSpPr/>
          <p:nvPr/>
        </p:nvSpPr>
        <p:spPr>
          <a:xfrm>
            <a:off x="822960" y="281635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landing</a:t>
            </a:r>
            <a:endParaRPr lang="en-US" sz="1050"/>
          </a:p>
        </p:txBody>
      </p:sp>
      <p:sp>
        <p:nvSpPr>
          <p:cNvPr id="20225" name="Shape 20225"/>
          <p:cNvSpPr/>
          <p:nvPr/>
        </p:nvSpPr>
        <p:spPr>
          <a:xfrm>
            <a:off x="2240280" y="2816352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raw_files volume, one folder per entity, eight CSVs</a:t>
            </a:r>
            <a:endParaRPr lang="en-US" sz="1000"/>
          </a:p>
        </p:txBody>
      </p:sp>
      <p:sp>
        <p:nvSpPr>
          <p:cNvPr id="20226" name="Shape 20226"/>
          <p:cNvSpPr/>
          <p:nvPr/>
        </p:nvSpPr>
        <p:spPr>
          <a:xfrm>
            <a:off x="685800" y="3328416"/>
            <a:ext cx="562356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27" name="Shape 20227"/>
          <p:cNvSpPr/>
          <p:nvPr/>
        </p:nvSpPr>
        <p:spPr>
          <a:xfrm>
            <a:off x="822960" y="332841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bronze</a:t>
            </a:r>
            <a:endParaRPr lang="en-US" sz="1050"/>
          </a:p>
        </p:txBody>
      </p:sp>
      <p:sp>
        <p:nvSpPr>
          <p:cNvPr id="20228" name="Shape 20228"/>
          <p:cNvSpPr/>
          <p:nvPr/>
        </p:nvSpPr>
        <p:spPr>
          <a:xfrm>
            <a:off x="2240280" y="3328416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Every column a string, plus source file and ingest time. Raw PII.</a:t>
            </a:r>
            <a:endParaRPr lang="en-US" sz="1000"/>
          </a:p>
        </p:txBody>
      </p:sp>
      <p:sp>
        <p:nvSpPr>
          <p:cNvPr id="20229" name="Shape 20229"/>
          <p:cNvSpPr/>
          <p:nvPr/>
        </p:nvSpPr>
        <p:spPr>
          <a:xfrm>
            <a:off x="685800" y="3840480"/>
            <a:ext cx="562356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30" name="Shape 20230"/>
          <p:cNvSpPr/>
          <p:nvPr/>
        </p:nvSpPr>
        <p:spPr>
          <a:xfrm>
            <a:off x="822960" y="384048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silver</a:t>
            </a:r>
            <a:endParaRPr lang="en-US" sz="1050"/>
          </a:p>
        </p:txBody>
      </p:sp>
      <p:sp>
        <p:nvSpPr>
          <p:cNvPr id="20231" name="Shape 20231"/>
          <p:cNvSpPr/>
          <p:nvPr/>
        </p:nvSpPr>
        <p:spPr>
          <a:xfrm>
            <a:off x="2240280" y="3840480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Cleaned, typed, de-duplicated. Failed sales lines in sales_quarantine.</a:t>
            </a:r>
            <a:endParaRPr lang="en-US" sz="1000"/>
          </a:p>
        </p:txBody>
      </p:sp>
      <p:sp>
        <p:nvSpPr>
          <p:cNvPr id="20232" name="Shape 20232"/>
          <p:cNvSpPr/>
          <p:nvPr/>
        </p:nvSpPr>
        <p:spPr>
          <a:xfrm>
            <a:off x="685800" y="4352544"/>
            <a:ext cx="562356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33" name="Shape 20233"/>
          <p:cNvSpPr/>
          <p:nvPr/>
        </p:nvSpPr>
        <p:spPr>
          <a:xfrm>
            <a:off x="822960" y="435254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gold</a:t>
            </a:r>
            <a:endParaRPr lang="en-US" sz="1050"/>
          </a:p>
        </p:txBody>
      </p:sp>
      <p:sp>
        <p:nvSpPr>
          <p:cNvPr id="20234" name="Shape 20234"/>
          <p:cNvSpPr/>
          <p:nvPr/>
        </p:nvSpPr>
        <p:spPr>
          <a:xfrm>
            <a:off x="2240280" y="4352544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Star schema with PK and FK constraints, the join paths Genie reads</a:t>
            </a:r>
            <a:endParaRPr lang="en-US" sz="1000"/>
          </a:p>
        </p:txBody>
      </p:sp>
      <p:sp>
        <p:nvSpPr>
          <p:cNvPr id="20235" name="Shape 20235"/>
          <p:cNvSpPr/>
          <p:nvPr/>
        </p:nvSpPr>
        <p:spPr>
          <a:xfrm>
            <a:off x="685800" y="4864608"/>
            <a:ext cx="562356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36" name="Shape 20236"/>
          <p:cNvSpPr/>
          <p:nvPr/>
        </p:nvSpPr>
        <p:spPr>
          <a:xfrm>
            <a:off x="822960" y="486460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governance</a:t>
            </a:r>
            <a:endParaRPr lang="en-US" sz="1050"/>
          </a:p>
        </p:txBody>
      </p:sp>
      <p:sp>
        <p:nvSpPr>
          <p:cNvPr id="20237" name="Shape 20237"/>
          <p:cNvSpPr/>
          <p:nvPr/>
        </p:nvSpPr>
        <p:spPr>
          <a:xfrm>
            <a:off x="2240280" y="4864608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User-to-region mapping, row filter and mask functions</a:t>
            </a:r>
            <a:endParaRPr lang="en-US" sz="1000"/>
          </a:p>
        </p:txBody>
      </p:sp>
      <p:sp>
        <p:nvSpPr>
          <p:cNvPr id="20238" name="Shape 20238"/>
          <p:cNvSpPr/>
          <p:nvPr/>
        </p:nvSpPr>
        <p:spPr>
          <a:xfrm>
            <a:off x="685800" y="5376672"/>
            <a:ext cx="562356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39" name="Shape 20239"/>
          <p:cNvSpPr/>
          <p:nvPr/>
        </p:nvSpPr>
        <p:spPr>
          <a:xfrm>
            <a:off x="6629400" y="2194560"/>
            <a:ext cx="48737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GOLD STAR SCHEMA</a:t>
            </a:r>
            <a:endParaRPr lang="en-US" sz="850"/>
          </a:p>
        </p:txBody>
      </p:sp>
      <p:sp>
        <p:nvSpPr>
          <p:cNvPr id="20240" name="Shape 20240"/>
          <p:cNvSpPr/>
          <p:nvPr/>
        </p:nvSpPr>
        <p:spPr>
          <a:xfrm>
            <a:off x="6629400" y="2542032"/>
            <a:ext cx="2368296" cy="603504"/>
          </a:xfrm>
          <a:prstGeom prst="roundRect">
            <a:avLst>
              <a:gd name="adj" fmla="val 9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41" name="Shape 20241"/>
          <p:cNvSpPr/>
          <p:nvPr/>
        </p:nvSpPr>
        <p:spPr>
          <a:xfrm>
            <a:off x="6757416" y="26060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fact_sales</a:t>
            </a:r>
            <a:endParaRPr lang="en-US" sz="1000"/>
          </a:p>
        </p:txBody>
      </p:sp>
      <p:sp>
        <p:nvSpPr>
          <p:cNvPr id="20242" name="Shape 20242"/>
          <p:cNvSpPr/>
          <p:nvPr/>
        </p:nvSpPr>
        <p:spPr>
          <a:xfrm>
            <a:off x="6757416" y="2834640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Order lines: net sales, COGS, profit</a:t>
            </a:r>
            <a:endParaRPr lang="en-US" sz="900"/>
          </a:p>
        </p:txBody>
      </p:sp>
      <p:sp>
        <p:nvSpPr>
          <p:cNvPr id="20243" name="Shape 20243"/>
          <p:cNvSpPr/>
          <p:nvPr/>
        </p:nvSpPr>
        <p:spPr>
          <a:xfrm>
            <a:off x="6629400" y="3227832"/>
            <a:ext cx="2368296" cy="603504"/>
          </a:xfrm>
          <a:prstGeom prst="roundRect">
            <a:avLst>
              <a:gd name="adj" fmla="val 9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44" name="Shape 20244"/>
          <p:cNvSpPr/>
          <p:nvPr/>
        </p:nvSpPr>
        <p:spPr>
          <a:xfrm>
            <a:off x="6757416" y="32918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fact_returns</a:t>
            </a:r>
            <a:endParaRPr lang="en-US" sz="1000"/>
          </a:p>
        </p:txBody>
      </p:sp>
      <p:sp>
        <p:nvSpPr>
          <p:cNvPr id="20245" name="Shape 20245"/>
          <p:cNvSpPr/>
          <p:nvPr/>
        </p:nvSpPr>
        <p:spPr>
          <a:xfrm>
            <a:off x="6757416" y="3520440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Refunds, reasons, channels</a:t>
            </a:r>
            <a:endParaRPr lang="en-US" sz="900"/>
          </a:p>
        </p:txBody>
      </p:sp>
      <p:sp>
        <p:nvSpPr>
          <p:cNvPr id="20246" name="Shape 20246"/>
          <p:cNvSpPr/>
          <p:nvPr/>
        </p:nvSpPr>
        <p:spPr>
          <a:xfrm>
            <a:off x="6629400" y="3913632"/>
            <a:ext cx="2368296" cy="603504"/>
          </a:xfrm>
          <a:prstGeom prst="roundRect">
            <a:avLst>
              <a:gd name="adj" fmla="val 9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47" name="Shape 20247"/>
          <p:cNvSpPr/>
          <p:nvPr/>
        </p:nvSpPr>
        <p:spPr>
          <a:xfrm>
            <a:off x="6757416" y="39776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fact_production</a:t>
            </a:r>
            <a:endParaRPr lang="en-US" sz="1000"/>
          </a:p>
        </p:txBody>
      </p:sp>
      <p:sp>
        <p:nvSpPr>
          <p:cNvPr id="20248" name="Shape 20248"/>
          <p:cNvSpPr/>
          <p:nvPr/>
        </p:nvSpPr>
        <p:spPr>
          <a:xfrm>
            <a:off x="6757416" y="4206240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Batches: volumes, defects, lead time</a:t>
            </a:r>
            <a:endParaRPr lang="en-US" sz="900"/>
          </a:p>
        </p:txBody>
      </p:sp>
      <p:sp>
        <p:nvSpPr>
          <p:cNvPr id="20249" name="Shape 20249"/>
          <p:cNvSpPr/>
          <p:nvPr/>
        </p:nvSpPr>
        <p:spPr>
          <a:xfrm>
            <a:off x="6629400" y="4599432"/>
            <a:ext cx="2368296" cy="603504"/>
          </a:xfrm>
          <a:prstGeom prst="roundRect">
            <a:avLst>
              <a:gd name="adj" fmla="val 9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50" name="Shape 20250"/>
          <p:cNvSpPr/>
          <p:nvPr/>
        </p:nvSpPr>
        <p:spPr>
          <a:xfrm>
            <a:off x="6757416" y="46634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fact_finance</a:t>
            </a:r>
            <a:endParaRPr lang="en-US" sz="1000"/>
          </a:p>
        </p:txBody>
      </p:sp>
      <p:sp>
        <p:nvSpPr>
          <p:cNvPr id="20251" name="Shape 20251"/>
          <p:cNvSpPr/>
          <p:nvPr/>
        </p:nvSpPr>
        <p:spPr>
          <a:xfrm>
            <a:off x="6757416" y="4892040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Store P&amp;L by month, with budget</a:t>
            </a:r>
            <a:endParaRPr lang="en-US" sz="900"/>
          </a:p>
        </p:txBody>
      </p:sp>
      <p:sp>
        <p:nvSpPr>
          <p:cNvPr id="20252" name="Shape 20252"/>
          <p:cNvSpPr/>
          <p:nvPr/>
        </p:nvSpPr>
        <p:spPr>
          <a:xfrm>
            <a:off x="9134856" y="2542032"/>
            <a:ext cx="236829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53" name="Shape 20253"/>
          <p:cNvSpPr/>
          <p:nvPr/>
        </p:nvSpPr>
        <p:spPr>
          <a:xfrm>
            <a:off x="9262872" y="26060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dim_product</a:t>
            </a:r>
            <a:endParaRPr lang="en-US" sz="1000"/>
          </a:p>
        </p:txBody>
      </p:sp>
      <p:sp>
        <p:nvSpPr>
          <p:cNvPr id="20254" name="Shape 20254"/>
          <p:cNvSpPr/>
          <p:nvPr/>
        </p:nvSpPr>
        <p:spPr>
          <a:xfrm>
            <a:off x="9262872" y="2834640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Brand, tier, category, discount cap</a:t>
            </a:r>
            <a:endParaRPr lang="en-US" sz="900"/>
          </a:p>
        </p:txBody>
      </p:sp>
      <p:sp>
        <p:nvSpPr>
          <p:cNvPr id="20255" name="Shape 20255"/>
          <p:cNvSpPr/>
          <p:nvPr/>
        </p:nvSpPr>
        <p:spPr>
          <a:xfrm>
            <a:off x="9134856" y="3227832"/>
            <a:ext cx="236829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56" name="Shape 20256"/>
          <p:cNvSpPr/>
          <p:nvPr/>
        </p:nvSpPr>
        <p:spPr>
          <a:xfrm>
            <a:off x="9262872" y="32918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dim_customer</a:t>
            </a:r>
            <a:endParaRPr lang="en-US" sz="1000"/>
          </a:p>
        </p:txBody>
      </p:sp>
      <p:sp>
        <p:nvSpPr>
          <p:cNvPr id="20257" name="Shape 20257"/>
          <p:cNvSpPr/>
          <p:nvPr/>
        </p:nvSpPr>
        <p:spPr>
          <a:xfrm>
            <a:off x="9262872" y="3520440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Segment, loyalty tier, home region</a:t>
            </a:r>
            <a:endParaRPr lang="en-US" sz="900"/>
          </a:p>
        </p:txBody>
      </p:sp>
      <p:sp>
        <p:nvSpPr>
          <p:cNvPr id="20258" name="Shape 20258"/>
          <p:cNvSpPr/>
          <p:nvPr/>
        </p:nvSpPr>
        <p:spPr>
          <a:xfrm>
            <a:off x="9134856" y="3913632"/>
            <a:ext cx="236829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59" name="Shape 20259"/>
          <p:cNvSpPr/>
          <p:nvPr/>
        </p:nvSpPr>
        <p:spPr>
          <a:xfrm>
            <a:off x="9262872" y="39776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dim_store</a:t>
            </a:r>
            <a:endParaRPr lang="en-US" sz="1000"/>
          </a:p>
        </p:txBody>
      </p:sp>
      <p:sp>
        <p:nvSpPr>
          <p:cNvPr id="20260" name="Shape 20260"/>
          <p:cNvSpPr/>
          <p:nvPr/>
        </p:nvSpPr>
        <p:spPr>
          <a:xfrm>
            <a:off x="9262872" y="4206240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Channel, city, store region</a:t>
            </a:r>
            <a:endParaRPr lang="en-US" sz="900"/>
          </a:p>
        </p:txBody>
      </p:sp>
      <p:sp>
        <p:nvSpPr>
          <p:cNvPr id="20261" name="Shape 20261"/>
          <p:cNvSpPr/>
          <p:nvPr/>
        </p:nvSpPr>
        <p:spPr>
          <a:xfrm>
            <a:off x="9134856" y="4599432"/>
            <a:ext cx="236829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62" name="Shape 20262"/>
          <p:cNvSpPr/>
          <p:nvPr/>
        </p:nvSpPr>
        <p:spPr>
          <a:xfrm>
            <a:off x="9262872" y="46634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dim_date</a:t>
            </a:r>
            <a:endParaRPr lang="en-US" sz="1000"/>
          </a:p>
        </p:txBody>
      </p:sp>
      <p:sp>
        <p:nvSpPr>
          <p:cNvPr id="20263" name="Shape 20263"/>
          <p:cNvSpPr/>
          <p:nvPr/>
        </p:nvSpPr>
        <p:spPr>
          <a:xfrm>
            <a:off x="9262872" y="4892040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Fashion seasons, sales events</a:t>
            </a:r>
            <a:endParaRPr lang="en-US" sz="900"/>
          </a:p>
        </p:txBody>
      </p:sp>
      <p:sp>
        <p:nvSpPr>
          <p:cNvPr id="20264" name="Shape 20264"/>
          <p:cNvSpPr/>
          <p:nvPr/>
        </p:nvSpPr>
        <p:spPr>
          <a:xfrm>
            <a:off x="685800" y="5440680"/>
            <a:ext cx="10817352" cy="530352"/>
          </a:xfrm>
          <a:prstGeom prst="roundRect">
            <a:avLst>
              <a:gd name="adj" fmla="val 8696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65" name="Shape 20265"/>
          <p:cNvSpPr/>
          <p:nvPr/>
        </p:nvSpPr>
        <p:spPr>
          <a:xfrm>
            <a:off x="914400" y="5440680"/>
            <a:ext cx="103601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endParaRPr lang="en-US" sz="1200"/>
          </a:p>
          <a:p>
            <a:pPr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Small on purpose.</a:t>
            </a: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Ten to twelve rows per entity, so every Genie answer can be checked by hand: a wrong answer is visible, not debatable.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5" name="Google Shape;4325;p173"/>
          <p:cNvSpPr/>
          <p:nvPr/>
        </p:nvSpPr>
        <p:spPr>
          <a:xfrm>
            <a:off x="22400" y="6220050"/>
            <a:ext cx="3447300" cy="42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26" name="Google Shape;4326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t="50802"/>
          <a:stretch/>
        </p:blipFill>
        <p:spPr>
          <a:xfrm rot="10800000" flipH="1">
            <a:off x="1834527" y="3972101"/>
            <a:ext cx="8522942" cy="288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7" name="Google Shape;4327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27" y="497022"/>
            <a:ext cx="8522942" cy="5863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8" name="Google Shape;4328;p173"/>
          <p:cNvGrpSpPr/>
          <p:nvPr/>
        </p:nvGrpSpPr>
        <p:grpSpPr>
          <a:xfrm>
            <a:off x="1997299" y="1904619"/>
            <a:ext cx="8100538" cy="2944454"/>
            <a:chOff x="1997299" y="1904298"/>
            <a:chExt cx="8100538" cy="2945338"/>
          </a:xfrm>
        </p:grpSpPr>
        <p:sp>
          <p:nvSpPr>
            <p:cNvPr id="4329" name="Google Shape;4329;p173"/>
            <p:cNvSpPr/>
            <p:nvPr/>
          </p:nvSpPr>
          <p:spPr>
            <a:xfrm>
              <a:off x="4206486" y="2452374"/>
              <a:ext cx="206700" cy="206700"/>
            </a:xfrm>
            <a:prstGeom prst="ellipse">
              <a:avLst/>
            </a:prstGeom>
            <a:solidFill>
              <a:srgbClr val="8F8D8D">
                <a:alpha val="11370"/>
              </a:srgbClr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4330" name="Google Shape;4330;p173"/>
            <p:cNvGrpSpPr/>
            <p:nvPr/>
          </p:nvGrpSpPr>
          <p:grpSpPr>
            <a:xfrm>
              <a:off x="1997299" y="1904298"/>
              <a:ext cx="8100538" cy="2945338"/>
              <a:chOff x="1997299" y="1904298"/>
              <a:chExt cx="8100538" cy="2945338"/>
            </a:xfrm>
          </p:grpSpPr>
          <p:sp>
            <p:nvSpPr>
              <p:cNvPr id="4331" name="Google Shape;4331;p173"/>
              <p:cNvSpPr/>
              <p:nvPr/>
            </p:nvSpPr>
            <p:spPr>
              <a:xfrm>
                <a:off x="1997299" y="2146652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2" name="Google Shape;4332;p173"/>
              <p:cNvSpPr/>
              <p:nvPr/>
            </p:nvSpPr>
            <p:spPr>
              <a:xfrm>
                <a:off x="3041682" y="231560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3" name="Google Shape;4333;p173"/>
              <p:cNvSpPr/>
              <p:nvPr/>
            </p:nvSpPr>
            <p:spPr>
              <a:xfrm>
                <a:off x="3069823" y="349968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4" name="Google Shape;4334;p173"/>
              <p:cNvSpPr/>
              <p:nvPr/>
            </p:nvSpPr>
            <p:spPr>
              <a:xfrm>
                <a:off x="3886186" y="449006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5" name="Google Shape;4335;p173"/>
              <p:cNvSpPr/>
              <p:nvPr/>
            </p:nvSpPr>
            <p:spPr>
              <a:xfrm>
                <a:off x="6638189" y="3887929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6" name="Google Shape;4336;p173"/>
              <p:cNvSpPr/>
              <p:nvPr/>
            </p:nvSpPr>
            <p:spPr>
              <a:xfrm>
                <a:off x="3533552" y="285185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7" name="Google Shape;4337;p173"/>
              <p:cNvSpPr/>
              <p:nvPr/>
            </p:nvSpPr>
            <p:spPr>
              <a:xfrm>
                <a:off x="2550989" y="276162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8" name="Google Shape;4338;p173"/>
              <p:cNvSpPr/>
              <p:nvPr/>
            </p:nvSpPr>
            <p:spPr>
              <a:xfrm>
                <a:off x="3180090" y="453963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9" name="Google Shape;4339;p173"/>
              <p:cNvSpPr/>
              <p:nvPr/>
            </p:nvSpPr>
            <p:spPr>
              <a:xfrm>
                <a:off x="4455287" y="2875924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0" name="Google Shape;4340;p173"/>
              <p:cNvSpPr/>
              <p:nvPr/>
            </p:nvSpPr>
            <p:spPr>
              <a:xfrm>
                <a:off x="3893211" y="3677598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1" name="Google Shape;4341;p173"/>
              <p:cNvSpPr/>
              <p:nvPr/>
            </p:nvSpPr>
            <p:spPr>
              <a:xfrm>
                <a:off x="3788168" y="200760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2" name="Google Shape;4342;p173"/>
              <p:cNvSpPr/>
              <p:nvPr/>
            </p:nvSpPr>
            <p:spPr>
              <a:xfrm>
                <a:off x="4870636" y="219898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3" name="Google Shape;4343;p173"/>
              <p:cNvSpPr/>
              <p:nvPr/>
            </p:nvSpPr>
            <p:spPr>
              <a:xfrm>
                <a:off x="5287510" y="3948062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4" name="Google Shape;4344;p173"/>
              <p:cNvSpPr/>
              <p:nvPr/>
            </p:nvSpPr>
            <p:spPr>
              <a:xfrm>
                <a:off x="5265681" y="4583762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5" name="Google Shape;4345;p173"/>
              <p:cNvSpPr/>
              <p:nvPr/>
            </p:nvSpPr>
            <p:spPr>
              <a:xfrm>
                <a:off x="5992649" y="190429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6" name="Google Shape;4346;p173"/>
              <p:cNvSpPr/>
              <p:nvPr/>
            </p:nvSpPr>
            <p:spPr>
              <a:xfrm>
                <a:off x="5990007" y="254582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7" name="Google Shape;4347;p173"/>
              <p:cNvSpPr/>
              <p:nvPr/>
            </p:nvSpPr>
            <p:spPr>
              <a:xfrm>
                <a:off x="5992697" y="385994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8" name="Google Shape;4348;p173"/>
              <p:cNvSpPr/>
              <p:nvPr/>
            </p:nvSpPr>
            <p:spPr>
              <a:xfrm>
                <a:off x="7065622" y="2223853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9" name="Google Shape;4349;p173"/>
              <p:cNvSpPr/>
              <p:nvPr/>
            </p:nvSpPr>
            <p:spPr>
              <a:xfrm>
                <a:off x="6703444" y="286497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0" name="Google Shape;4350;p173"/>
              <p:cNvSpPr/>
              <p:nvPr/>
            </p:nvSpPr>
            <p:spPr>
              <a:xfrm>
                <a:off x="6660777" y="445675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1" name="Google Shape;4351;p173"/>
              <p:cNvSpPr/>
              <p:nvPr/>
            </p:nvSpPr>
            <p:spPr>
              <a:xfrm>
                <a:off x="5976858" y="4642936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2" name="Google Shape;4352;p173"/>
              <p:cNvSpPr/>
              <p:nvPr/>
            </p:nvSpPr>
            <p:spPr>
              <a:xfrm>
                <a:off x="4571340" y="4240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3" name="Google Shape;4353;p173"/>
              <p:cNvSpPr/>
              <p:nvPr/>
            </p:nvSpPr>
            <p:spPr>
              <a:xfrm>
                <a:off x="7971297" y="216113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4" name="Google Shape;4354;p173"/>
              <p:cNvSpPr/>
              <p:nvPr/>
            </p:nvSpPr>
            <p:spPr>
              <a:xfrm>
                <a:off x="7626973" y="267413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5" name="Google Shape;4355;p173"/>
              <p:cNvSpPr/>
              <p:nvPr/>
            </p:nvSpPr>
            <p:spPr>
              <a:xfrm>
                <a:off x="7325314" y="3662268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6" name="Google Shape;4356;p173"/>
              <p:cNvSpPr/>
              <p:nvPr/>
            </p:nvSpPr>
            <p:spPr>
              <a:xfrm>
                <a:off x="7372398" y="438666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7" name="Google Shape;4357;p173"/>
              <p:cNvSpPr/>
              <p:nvPr/>
            </p:nvSpPr>
            <p:spPr>
              <a:xfrm>
                <a:off x="9059091" y="200760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8" name="Google Shape;4358;p173"/>
              <p:cNvSpPr/>
              <p:nvPr/>
            </p:nvSpPr>
            <p:spPr>
              <a:xfrm>
                <a:off x="8539888" y="2661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9" name="Google Shape;4359;p173"/>
              <p:cNvSpPr/>
              <p:nvPr/>
            </p:nvSpPr>
            <p:spPr>
              <a:xfrm>
                <a:off x="8091406" y="332569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0" name="Google Shape;4360;p173"/>
              <p:cNvSpPr/>
              <p:nvPr/>
            </p:nvSpPr>
            <p:spPr>
              <a:xfrm>
                <a:off x="8062101" y="439984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1" name="Google Shape;4361;p173"/>
              <p:cNvSpPr/>
              <p:nvPr/>
            </p:nvSpPr>
            <p:spPr>
              <a:xfrm>
                <a:off x="8795346" y="4480306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2" name="Google Shape;4362;p173"/>
              <p:cNvSpPr/>
              <p:nvPr/>
            </p:nvSpPr>
            <p:spPr>
              <a:xfrm>
                <a:off x="8808891" y="3516650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3" name="Google Shape;4363;p173"/>
              <p:cNvSpPr/>
              <p:nvPr/>
            </p:nvSpPr>
            <p:spPr>
              <a:xfrm>
                <a:off x="9434311" y="2814109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4" name="Google Shape;4364;p173"/>
              <p:cNvSpPr/>
              <p:nvPr/>
            </p:nvSpPr>
            <p:spPr>
              <a:xfrm>
                <a:off x="9847637" y="217565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5" name="Google Shape;4365;p173"/>
              <p:cNvSpPr/>
              <p:nvPr/>
            </p:nvSpPr>
            <p:spPr>
              <a:xfrm>
                <a:off x="5148914" y="263706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4366" name="Google Shape;4366;p173"/>
          <p:cNvGrpSpPr/>
          <p:nvPr/>
        </p:nvGrpSpPr>
        <p:grpSpPr>
          <a:xfrm>
            <a:off x="-202232" y="4816805"/>
            <a:ext cx="12713810" cy="2500954"/>
            <a:chOff x="-202233" y="4817354"/>
            <a:chExt cx="12713810" cy="2501705"/>
          </a:xfrm>
        </p:grpSpPr>
        <p:grpSp>
          <p:nvGrpSpPr>
            <p:cNvPr id="4367" name="Google Shape;4367;p173"/>
            <p:cNvGrpSpPr/>
            <p:nvPr/>
          </p:nvGrpSpPr>
          <p:grpSpPr>
            <a:xfrm>
              <a:off x="4759630" y="4926849"/>
              <a:ext cx="935888" cy="992868"/>
              <a:chOff x="5562600" y="2704822"/>
              <a:chExt cx="1066418" cy="1330922"/>
            </a:xfrm>
          </p:grpSpPr>
          <p:sp>
            <p:nvSpPr>
              <p:cNvPr id="4368" name="Google Shape;436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9" name="Google Shape;436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0" name="Google Shape;437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1" name="Google Shape;4371;p173"/>
            <p:cNvGrpSpPr/>
            <p:nvPr/>
          </p:nvGrpSpPr>
          <p:grpSpPr>
            <a:xfrm>
              <a:off x="7556752" y="5437647"/>
              <a:ext cx="935888" cy="992868"/>
              <a:chOff x="5562600" y="2704822"/>
              <a:chExt cx="1066418" cy="1330922"/>
            </a:xfrm>
          </p:grpSpPr>
          <p:sp>
            <p:nvSpPr>
              <p:cNvPr id="4372" name="Google Shape;437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3" name="Google Shape;437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4" name="Google Shape;437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5" name="Google Shape;4375;p173"/>
            <p:cNvGrpSpPr/>
            <p:nvPr/>
          </p:nvGrpSpPr>
          <p:grpSpPr>
            <a:xfrm>
              <a:off x="9856909" y="4898853"/>
              <a:ext cx="935888" cy="992868"/>
              <a:chOff x="5562600" y="2704822"/>
              <a:chExt cx="1066418" cy="1330922"/>
            </a:xfrm>
          </p:grpSpPr>
          <p:sp>
            <p:nvSpPr>
              <p:cNvPr id="4376" name="Google Shape;437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7" name="Google Shape;437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9" name="Google Shape;4379;p173"/>
            <p:cNvGrpSpPr/>
            <p:nvPr/>
          </p:nvGrpSpPr>
          <p:grpSpPr>
            <a:xfrm>
              <a:off x="2807793" y="5416487"/>
              <a:ext cx="935888" cy="992868"/>
              <a:chOff x="5562600" y="2704822"/>
              <a:chExt cx="1066418" cy="1330922"/>
            </a:xfrm>
          </p:grpSpPr>
          <p:sp>
            <p:nvSpPr>
              <p:cNvPr id="4380" name="Google Shape;4380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1" name="Google Shape;4381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3" name="Google Shape;4383;p173"/>
            <p:cNvGrpSpPr/>
            <p:nvPr/>
          </p:nvGrpSpPr>
          <p:grpSpPr>
            <a:xfrm>
              <a:off x="402726" y="5110864"/>
              <a:ext cx="935888" cy="992868"/>
              <a:chOff x="5562600" y="2704822"/>
              <a:chExt cx="1066418" cy="1330922"/>
            </a:xfrm>
          </p:grpSpPr>
          <p:sp>
            <p:nvSpPr>
              <p:cNvPr id="4384" name="Google Shape;438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6" name="Google Shape;438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7" name="Google Shape;4387;p173"/>
            <p:cNvGrpSpPr/>
            <p:nvPr/>
          </p:nvGrpSpPr>
          <p:grpSpPr>
            <a:xfrm>
              <a:off x="4222572" y="6054714"/>
              <a:ext cx="615430" cy="652817"/>
              <a:chOff x="5562600" y="2704822"/>
              <a:chExt cx="1066418" cy="1330922"/>
            </a:xfrm>
          </p:grpSpPr>
          <p:sp>
            <p:nvSpPr>
              <p:cNvPr id="4388" name="Google Shape;438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0" name="Google Shape;439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1" name="Google Shape;4391;p173"/>
            <p:cNvGrpSpPr/>
            <p:nvPr/>
          </p:nvGrpSpPr>
          <p:grpSpPr>
            <a:xfrm>
              <a:off x="6266030" y="5263604"/>
              <a:ext cx="615430" cy="652817"/>
              <a:chOff x="5562600" y="2704822"/>
              <a:chExt cx="1066418" cy="1330922"/>
            </a:xfrm>
          </p:grpSpPr>
          <p:sp>
            <p:nvSpPr>
              <p:cNvPr id="4392" name="Google Shape;439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3" name="Google Shape;439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5" name="Google Shape;4395;p173"/>
            <p:cNvGrpSpPr/>
            <p:nvPr/>
          </p:nvGrpSpPr>
          <p:grpSpPr>
            <a:xfrm>
              <a:off x="6764598" y="6383487"/>
              <a:ext cx="615430" cy="652817"/>
              <a:chOff x="5562600" y="2704822"/>
              <a:chExt cx="1066418" cy="1330922"/>
            </a:xfrm>
          </p:grpSpPr>
          <p:sp>
            <p:nvSpPr>
              <p:cNvPr id="4396" name="Google Shape;439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7" name="Google Shape;439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3" name="Google Shape;4403;p173"/>
            <p:cNvGrpSpPr/>
            <p:nvPr/>
          </p:nvGrpSpPr>
          <p:grpSpPr>
            <a:xfrm>
              <a:off x="1941338" y="5205035"/>
              <a:ext cx="615430" cy="652817"/>
              <a:chOff x="5562600" y="2704822"/>
              <a:chExt cx="1066418" cy="1330922"/>
            </a:xfrm>
          </p:grpSpPr>
          <p:sp>
            <p:nvSpPr>
              <p:cNvPr id="4404" name="Google Shape;440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5" name="Google Shape;440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6" name="Google Shape;440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7" name="Google Shape;4407;p173"/>
            <p:cNvGrpSpPr/>
            <p:nvPr/>
          </p:nvGrpSpPr>
          <p:grpSpPr>
            <a:xfrm>
              <a:off x="-202233" y="6355087"/>
              <a:ext cx="615430" cy="652817"/>
              <a:chOff x="5562600" y="2704822"/>
              <a:chExt cx="1066418" cy="1330922"/>
            </a:xfrm>
          </p:grpSpPr>
          <p:sp>
            <p:nvSpPr>
              <p:cNvPr id="4408" name="Google Shape;440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9" name="Google Shape;440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0" name="Google Shape;441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1" name="Google Shape;4411;p173"/>
            <p:cNvGrpSpPr/>
            <p:nvPr/>
          </p:nvGrpSpPr>
          <p:grpSpPr>
            <a:xfrm>
              <a:off x="1544759" y="6242068"/>
              <a:ext cx="716633" cy="760223"/>
              <a:chOff x="5562600" y="2704822"/>
              <a:chExt cx="1066418" cy="1330922"/>
            </a:xfrm>
          </p:grpSpPr>
          <p:sp>
            <p:nvSpPr>
              <p:cNvPr id="4412" name="Google Shape;441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3" name="Google Shape;441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4" name="Google Shape;441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5" name="Google Shape;4415;p173"/>
            <p:cNvGrpSpPr/>
            <p:nvPr/>
          </p:nvGrpSpPr>
          <p:grpSpPr>
            <a:xfrm>
              <a:off x="5307950" y="6558836"/>
              <a:ext cx="716633" cy="760223"/>
              <a:chOff x="5562600" y="2704822"/>
              <a:chExt cx="1066418" cy="1330922"/>
            </a:xfrm>
          </p:grpSpPr>
          <p:sp>
            <p:nvSpPr>
              <p:cNvPr id="4416" name="Google Shape;441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7" name="Google Shape;441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8" name="Google Shape;441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3" name="Google Shape;4423;p173"/>
            <p:cNvGrpSpPr/>
            <p:nvPr/>
          </p:nvGrpSpPr>
          <p:grpSpPr>
            <a:xfrm>
              <a:off x="3517858" y="5340271"/>
              <a:ext cx="457200" cy="457200"/>
              <a:chOff x="2501858" y="3905171"/>
              <a:chExt cx="457200" cy="457200"/>
            </a:xfrm>
          </p:grpSpPr>
          <p:sp>
            <p:nvSpPr>
              <p:cNvPr id="4424" name="Google Shape;4424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25" name="Google Shape;4425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26" name="Google Shape;4426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7" name="Google Shape;4427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28" name="Google Shape;4428;p173"/>
            <p:cNvGrpSpPr/>
            <p:nvPr/>
          </p:nvGrpSpPr>
          <p:grpSpPr>
            <a:xfrm>
              <a:off x="2581448" y="6084878"/>
              <a:ext cx="457200" cy="457200"/>
              <a:chOff x="1504675" y="4508420"/>
              <a:chExt cx="457200" cy="457200"/>
            </a:xfrm>
          </p:grpSpPr>
          <p:sp>
            <p:nvSpPr>
              <p:cNvPr id="4429" name="Google Shape;4429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0" name="Google Shape;4430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431" name="Google Shape;4431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2" name="Google Shape;4432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3" name="Google Shape;4433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4" name="Google Shape;4434;p173"/>
            <p:cNvGrpSpPr/>
            <p:nvPr/>
          </p:nvGrpSpPr>
          <p:grpSpPr>
            <a:xfrm>
              <a:off x="180700" y="5797470"/>
              <a:ext cx="457200" cy="457200"/>
              <a:chOff x="904600" y="3905170"/>
              <a:chExt cx="457200" cy="457200"/>
            </a:xfrm>
          </p:grpSpPr>
          <p:sp>
            <p:nvSpPr>
              <p:cNvPr id="4435" name="Google Shape;4435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6" name="Google Shape;4436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437" name="Google Shape;4437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8" name="Google Shape;4438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9" name="Google Shape;4439;p173"/>
            <p:cNvGrpSpPr/>
            <p:nvPr/>
          </p:nvGrpSpPr>
          <p:grpSpPr>
            <a:xfrm>
              <a:off x="1369705" y="6181238"/>
              <a:ext cx="361462" cy="361462"/>
              <a:chOff x="2501858" y="3905171"/>
              <a:chExt cx="457200" cy="457200"/>
            </a:xfrm>
          </p:grpSpPr>
          <p:sp>
            <p:nvSpPr>
              <p:cNvPr id="4440" name="Google Shape;4440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1" name="Google Shape;4441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42" name="Google Shape;4442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3" name="Google Shape;4443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44" name="Google Shape;4444;p173"/>
            <p:cNvGrpSpPr/>
            <p:nvPr/>
          </p:nvGrpSpPr>
          <p:grpSpPr>
            <a:xfrm>
              <a:off x="4069452" y="5946104"/>
              <a:ext cx="361462" cy="361462"/>
              <a:chOff x="904600" y="4508420"/>
              <a:chExt cx="457200" cy="457200"/>
            </a:xfrm>
          </p:grpSpPr>
          <p:sp>
            <p:nvSpPr>
              <p:cNvPr id="4445" name="Google Shape;4445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6" name="Google Shape;4446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447" name="Google Shape;4447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8" name="Google Shape;4448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449" name="Google Shape;4449;p173"/>
            <p:cNvSpPr txBox="1"/>
            <p:nvPr/>
          </p:nvSpPr>
          <p:spPr>
            <a:xfrm>
              <a:off x="511864" y="6475169"/>
              <a:ext cx="1031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173"/>
            <p:cNvSpPr txBox="1"/>
            <p:nvPr/>
          </p:nvSpPr>
          <p:spPr>
            <a:xfrm>
              <a:off x="5042635" y="6157118"/>
              <a:ext cx="913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173"/>
            <p:cNvSpPr txBox="1"/>
            <p:nvPr/>
          </p:nvSpPr>
          <p:spPr>
            <a:xfrm>
              <a:off x="7994939" y="4996137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173"/>
            <p:cNvSpPr txBox="1"/>
            <p:nvPr/>
          </p:nvSpPr>
          <p:spPr>
            <a:xfrm>
              <a:off x="7493987" y="6496164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00011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173"/>
            <p:cNvSpPr txBox="1"/>
            <p:nvPr/>
          </p:nvSpPr>
          <p:spPr>
            <a:xfrm>
              <a:off x="4029902" y="5560770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173"/>
            <p:cNvSpPr txBox="1"/>
            <p:nvPr/>
          </p:nvSpPr>
          <p:spPr>
            <a:xfrm>
              <a:off x="3947731" y="5243354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173"/>
            <p:cNvSpPr txBox="1"/>
            <p:nvPr/>
          </p:nvSpPr>
          <p:spPr>
            <a:xfrm>
              <a:off x="6057302" y="6415781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173"/>
            <p:cNvSpPr txBox="1"/>
            <p:nvPr/>
          </p:nvSpPr>
          <p:spPr>
            <a:xfrm>
              <a:off x="8716612" y="5741589"/>
              <a:ext cx="7332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173"/>
            <p:cNvSpPr txBox="1"/>
            <p:nvPr/>
          </p:nvSpPr>
          <p:spPr>
            <a:xfrm>
              <a:off x="571360" y="6201453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01101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59" name="Google Shape;4459;p173"/>
            <p:cNvGrpSpPr/>
            <p:nvPr/>
          </p:nvGrpSpPr>
          <p:grpSpPr>
            <a:xfrm>
              <a:off x="11361323" y="5367095"/>
              <a:ext cx="249328" cy="217587"/>
              <a:chOff x="3774174" y="5612438"/>
              <a:chExt cx="249328" cy="217587"/>
            </a:xfrm>
          </p:grpSpPr>
          <p:sp>
            <p:nvSpPr>
              <p:cNvPr id="4460" name="Google Shape;4460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1" name="Google Shape;4461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2" name="Google Shape;4462;p173"/>
            <p:cNvGrpSpPr/>
            <p:nvPr/>
          </p:nvGrpSpPr>
          <p:grpSpPr>
            <a:xfrm>
              <a:off x="8916796" y="6282997"/>
              <a:ext cx="223107" cy="181979"/>
              <a:chOff x="10827985" y="5110002"/>
              <a:chExt cx="223107" cy="181979"/>
            </a:xfrm>
          </p:grpSpPr>
          <p:sp>
            <p:nvSpPr>
              <p:cNvPr id="4463" name="Google Shape;4463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4" name="Google Shape;4464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5" name="Google Shape;4465;p173"/>
            <p:cNvGrpSpPr/>
            <p:nvPr/>
          </p:nvGrpSpPr>
          <p:grpSpPr>
            <a:xfrm>
              <a:off x="2210451" y="5995505"/>
              <a:ext cx="275470" cy="196334"/>
              <a:chOff x="8527246" y="6418263"/>
              <a:chExt cx="275470" cy="196334"/>
            </a:xfrm>
          </p:grpSpPr>
          <p:sp>
            <p:nvSpPr>
              <p:cNvPr id="4466" name="Google Shape;4466;p173"/>
              <p:cNvSpPr/>
              <p:nvPr/>
            </p:nvSpPr>
            <p:spPr>
              <a:xfrm>
                <a:off x="8527246" y="6482591"/>
                <a:ext cx="124931" cy="132006"/>
              </a:xfrm>
              <a:custGeom>
                <a:avLst/>
                <a:gdLst/>
                <a:ahLst/>
                <a:cxnLst/>
                <a:rect l="l" t="t" r="r" b="b"/>
                <a:pathLst>
                  <a:path w="602075" h="636174" extrusionOk="0">
                    <a:moveTo>
                      <a:pt x="428435" y="305657"/>
                    </a:moveTo>
                    <a:lnTo>
                      <a:pt x="428435" y="0"/>
                    </a:lnTo>
                    <a:lnTo>
                      <a:pt x="30956" y="0"/>
                    </a:lnTo>
                    <a:cubicBezTo>
                      <a:pt x="13907" y="0"/>
                      <a:pt x="0" y="13811"/>
                      <a:pt x="0" y="30956"/>
                    </a:cubicBezTo>
                    <a:lnTo>
                      <a:pt x="0" y="445580"/>
                    </a:lnTo>
                    <a:cubicBezTo>
                      <a:pt x="0" y="462629"/>
                      <a:pt x="13811" y="476536"/>
                      <a:pt x="30956" y="476536"/>
                    </a:cubicBezTo>
                    <a:lnTo>
                      <a:pt x="291941" y="476536"/>
                    </a:lnTo>
                    <a:lnTo>
                      <a:pt x="451580" y="636175"/>
                    </a:lnTo>
                    <a:cubicBezTo>
                      <a:pt x="448818" y="636175"/>
                      <a:pt x="450628" y="537591"/>
                      <a:pt x="451580" y="476536"/>
                    </a:cubicBezTo>
                    <a:lnTo>
                      <a:pt x="571119" y="476536"/>
                    </a:lnTo>
                    <a:cubicBezTo>
                      <a:pt x="588169" y="476536"/>
                      <a:pt x="602075" y="462725"/>
                      <a:pt x="602075" y="445580"/>
                    </a:cubicBezTo>
                    <a:lnTo>
                      <a:pt x="602075" y="413290"/>
                    </a:lnTo>
                    <a:lnTo>
                      <a:pt x="535972" y="413290"/>
                    </a:lnTo>
                    <a:cubicBezTo>
                      <a:pt x="476726" y="413290"/>
                      <a:pt x="428435" y="365093"/>
                      <a:pt x="428435" y="305753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7" name="Google Shape;4467;p173"/>
              <p:cNvSpPr/>
              <p:nvPr/>
            </p:nvSpPr>
            <p:spPr>
              <a:xfrm>
                <a:off x="8628276" y="6418263"/>
                <a:ext cx="174440" cy="184283"/>
              </a:xfrm>
              <a:custGeom>
                <a:avLst/>
                <a:gdLst/>
                <a:ahLst/>
                <a:cxnLst/>
                <a:rect l="l" t="t" r="r" b="b"/>
                <a:pathLst>
                  <a:path w="840676" h="888110" extrusionOk="0">
                    <a:moveTo>
                      <a:pt x="790194" y="0"/>
                    </a:moveTo>
                    <a:lnTo>
                      <a:pt x="50387" y="0"/>
                    </a:lnTo>
                    <a:cubicBezTo>
                      <a:pt x="22574" y="0"/>
                      <a:pt x="0" y="22574"/>
                      <a:pt x="0" y="50387"/>
                    </a:cubicBezTo>
                    <a:lnTo>
                      <a:pt x="0" y="614839"/>
                    </a:lnTo>
                    <a:cubicBezTo>
                      <a:pt x="0" y="642652"/>
                      <a:pt x="22574" y="665226"/>
                      <a:pt x="50387" y="665226"/>
                    </a:cubicBezTo>
                    <a:lnTo>
                      <a:pt x="211265" y="665226"/>
                    </a:lnTo>
                    <a:cubicBezTo>
                      <a:pt x="212598" y="750475"/>
                      <a:pt x="215170" y="888111"/>
                      <a:pt x="211265" y="888111"/>
                    </a:cubicBezTo>
                    <a:lnTo>
                      <a:pt x="433102" y="665226"/>
                    </a:lnTo>
                    <a:lnTo>
                      <a:pt x="790289" y="665226"/>
                    </a:lnTo>
                    <a:cubicBezTo>
                      <a:pt x="818102" y="665226"/>
                      <a:pt x="840677" y="642652"/>
                      <a:pt x="840677" y="614839"/>
                    </a:cubicBezTo>
                    <a:lnTo>
                      <a:pt x="840677" y="50387"/>
                    </a:lnTo>
                    <a:cubicBezTo>
                      <a:pt x="840677" y="22574"/>
                      <a:pt x="818102" y="0"/>
                      <a:pt x="790289" y="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8" name="Google Shape;4468;p173"/>
            <p:cNvGrpSpPr/>
            <p:nvPr/>
          </p:nvGrpSpPr>
          <p:grpSpPr>
            <a:xfrm>
              <a:off x="2709690" y="6688606"/>
              <a:ext cx="249328" cy="217587"/>
              <a:chOff x="3774174" y="5612438"/>
              <a:chExt cx="249328" cy="217587"/>
            </a:xfrm>
          </p:grpSpPr>
          <p:sp>
            <p:nvSpPr>
              <p:cNvPr id="4469" name="Google Shape;4469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0" name="Google Shape;4470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1" name="Google Shape;4471;p173"/>
            <p:cNvSpPr txBox="1"/>
            <p:nvPr/>
          </p:nvSpPr>
          <p:spPr>
            <a:xfrm>
              <a:off x="3323626" y="6539606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2" name="Google Shape;4472;p173"/>
            <p:cNvGrpSpPr/>
            <p:nvPr/>
          </p:nvGrpSpPr>
          <p:grpSpPr>
            <a:xfrm>
              <a:off x="-67150" y="5295432"/>
              <a:ext cx="234334" cy="255646"/>
              <a:chOff x="2852263" y="6337743"/>
              <a:chExt cx="234334" cy="255646"/>
            </a:xfrm>
          </p:grpSpPr>
          <p:sp>
            <p:nvSpPr>
              <p:cNvPr id="4473" name="Google Shape;4473;p173"/>
              <p:cNvSpPr/>
              <p:nvPr/>
            </p:nvSpPr>
            <p:spPr>
              <a:xfrm>
                <a:off x="2852263" y="6354476"/>
                <a:ext cx="128853" cy="236122"/>
              </a:xfrm>
              <a:custGeom>
                <a:avLst/>
                <a:gdLst/>
                <a:ahLst/>
                <a:cxnLst/>
                <a:rect l="l" t="t" r="r" b="b"/>
                <a:pathLst>
                  <a:path w="153854" h="281937" extrusionOk="0">
                    <a:moveTo>
                      <a:pt x="95705" y="7294"/>
                    </a:moveTo>
                    <a:lnTo>
                      <a:pt x="28946" y="0"/>
                    </a:lnTo>
                    <a:lnTo>
                      <a:pt x="0" y="265148"/>
                    </a:lnTo>
                    <a:lnTo>
                      <a:pt x="153855" y="281938"/>
                    </a:lnTo>
                    <a:lnTo>
                      <a:pt x="32579" y="250446"/>
                    </a:lnTo>
                    <a:lnTo>
                      <a:pt x="95705" y="7294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4" name="Google Shape;4474;p173"/>
              <p:cNvSpPr/>
              <p:nvPr/>
            </p:nvSpPr>
            <p:spPr>
              <a:xfrm>
                <a:off x="2897051" y="6337743"/>
                <a:ext cx="186010" cy="255646"/>
              </a:xfrm>
              <a:custGeom>
                <a:avLst/>
                <a:gdLst/>
                <a:ahLst/>
                <a:cxnLst/>
                <a:rect l="l" t="t" r="r" b="b"/>
                <a:pathLst>
                  <a:path w="222101" h="305249" extrusionOk="0">
                    <a:moveTo>
                      <a:pt x="147190" y="20823"/>
                    </a:moveTo>
                    <a:lnTo>
                      <a:pt x="67016" y="0"/>
                    </a:lnTo>
                    <a:lnTo>
                      <a:pt x="0" y="258140"/>
                    </a:lnTo>
                    <a:lnTo>
                      <a:pt x="181371" y="305249"/>
                    </a:lnTo>
                    <a:lnTo>
                      <a:pt x="222101" y="148306"/>
                    </a:lnTo>
                    <a:lnTo>
                      <a:pt x="120904" y="122020"/>
                    </a:lnTo>
                    <a:lnTo>
                      <a:pt x="147190" y="20823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5" name="Google Shape;4475;p173"/>
              <p:cNvSpPr/>
              <p:nvPr/>
            </p:nvSpPr>
            <p:spPr>
              <a:xfrm>
                <a:off x="3015739" y="6358784"/>
                <a:ext cx="70858" cy="89231"/>
              </a:xfrm>
              <a:custGeom>
                <a:avLst/>
                <a:gdLst/>
                <a:ahLst/>
                <a:cxnLst/>
                <a:rect l="l" t="t" r="r" b="b"/>
                <a:pathLst>
                  <a:path w="84607" h="106545" extrusionOk="0">
                    <a:moveTo>
                      <a:pt x="0" y="84578"/>
                    </a:moveTo>
                    <a:lnTo>
                      <a:pt x="0" y="84578"/>
                    </a:lnTo>
                    <a:lnTo>
                      <a:pt x="11985" y="87696"/>
                    </a:lnTo>
                    <a:lnTo>
                      <a:pt x="11985" y="87696"/>
                    </a:lnTo>
                    <a:lnTo>
                      <a:pt x="84607" y="106545"/>
                    </a:lnTo>
                    <a:lnTo>
                      <a:pt x="21996" y="0"/>
                    </a:lnTo>
                    <a:lnTo>
                      <a:pt x="0" y="84578"/>
                    </a:lnTo>
                    <a:lnTo>
                      <a:pt x="0" y="84578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6" name="Google Shape;4476;p173"/>
            <p:cNvGrpSpPr/>
            <p:nvPr/>
          </p:nvGrpSpPr>
          <p:grpSpPr>
            <a:xfrm>
              <a:off x="2716021" y="5130472"/>
              <a:ext cx="223107" cy="181979"/>
              <a:chOff x="10827985" y="5110002"/>
              <a:chExt cx="223107" cy="181979"/>
            </a:xfrm>
          </p:grpSpPr>
          <p:sp>
            <p:nvSpPr>
              <p:cNvPr id="4477" name="Google Shape;4477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8" name="Google Shape;4478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9" name="Google Shape;4479;p173"/>
            <p:cNvSpPr txBox="1"/>
            <p:nvPr/>
          </p:nvSpPr>
          <p:spPr>
            <a:xfrm>
              <a:off x="11735774" y="4989438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173"/>
            <p:cNvSpPr txBox="1"/>
            <p:nvPr/>
          </p:nvSpPr>
          <p:spPr>
            <a:xfrm>
              <a:off x="11716577" y="5665545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1" name="Google Shape;4481;p173"/>
            <p:cNvGrpSpPr/>
            <p:nvPr/>
          </p:nvGrpSpPr>
          <p:grpSpPr>
            <a:xfrm>
              <a:off x="4534324" y="4900597"/>
              <a:ext cx="424570" cy="424570"/>
              <a:chOff x="1341330" y="3905170"/>
              <a:chExt cx="364500" cy="364500"/>
            </a:xfrm>
          </p:grpSpPr>
          <p:sp>
            <p:nvSpPr>
              <p:cNvPr id="4482" name="Google Shape;4482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83" name="Google Shape;4483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484" name="Google Shape;4484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485" name="Google Shape;4485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6" name="Google Shape;4486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7" name="Google Shape;4487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8" name="Google Shape;4488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489" name="Google Shape;4489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490" name="Google Shape;4490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491" name="Google Shape;4491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2" name="Google Shape;4492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3" name="Google Shape;4493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494" name="Google Shape;4494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495" name="Google Shape;4495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6" name="Google Shape;4496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7" name="Google Shape;4497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98" name="Google Shape;4498;p173"/>
            <p:cNvGrpSpPr/>
            <p:nvPr/>
          </p:nvGrpSpPr>
          <p:grpSpPr>
            <a:xfrm>
              <a:off x="6718945" y="5181072"/>
              <a:ext cx="361462" cy="361462"/>
              <a:chOff x="2501858" y="3905171"/>
              <a:chExt cx="457200" cy="457200"/>
            </a:xfrm>
          </p:grpSpPr>
          <p:sp>
            <p:nvSpPr>
              <p:cNvPr id="4499" name="Google Shape;449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0" name="Google Shape;450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01" name="Google Shape;450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2" name="Google Shape;450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03" name="Google Shape;4503;p173"/>
            <p:cNvGrpSpPr/>
            <p:nvPr/>
          </p:nvGrpSpPr>
          <p:grpSpPr>
            <a:xfrm>
              <a:off x="5451508" y="5661549"/>
              <a:ext cx="413647" cy="413647"/>
              <a:chOff x="1785458" y="3905171"/>
              <a:chExt cx="373800" cy="373800"/>
            </a:xfrm>
          </p:grpSpPr>
          <p:sp>
            <p:nvSpPr>
              <p:cNvPr id="4504" name="Google Shape;4504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5" name="Google Shape;4505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06" name="Google Shape;4506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7" name="Google Shape;4507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8" name="Google Shape;4508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9" name="Google Shape;4509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0" name="Google Shape;4510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1" name="Google Shape;4511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2" name="Google Shape;4512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3" name="Google Shape;4513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4" name="Google Shape;4514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5" name="Google Shape;4515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6" name="Google Shape;4516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17" name="Google Shape;4517;p173"/>
            <p:cNvGrpSpPr/>
            <p:nvPr/>
          </p:nvGrpSpPr>
          <p:grpSpPr>
            <a:xfrm>
              <a:off x="6600268" y="6310109"/>
              <a:ext cx="343952" cy="343952"/>
              <a:chOff x="904600" y="3905170"/>
              <a:chExt cx="457200" cy="457200"/>
            </a:xfrm>
          </p:grpSpPr>
          <p:sp>
            <p:nvSpPr>
              <p:cNvPr id="4518" name="Google Shape;4518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19" name="Google Shape;4519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20" name="Google Shape;4520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1" name="Google Shape;4521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2" name="Google Shape;4522;p173"/>
            <p:cNvGrpSpPr/>
            <p:nvPr/>
          </p:nvGrpSpPr>
          <p:grpSpPr>
            <a:xfrm>
              <a:off x="8279303" y="6119608"/>
              <a:ext cx="448330" cy="448330"/>
              <a:chOff x="904600" y="4508420"/>
              <a:chExt cx="457200" cy="457200"/>
            </a:xfrm>
          </p:grpSpPr>
          <p:sp>
            <p:nvSpPr>
              <p:cNvPr id="4523" name="Google Shape;4523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4" name="Google Shape;4524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525" name="Google Shape;4525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6" name="Google Shape;4526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7" name="Google Shape;4527;p173"/>
            <p:cNvGrpSpPr/>
            <p:nvPr/>
          </p:nvGrpSpPr>
          <p:grpSpPr>
            <a:xfrm>
              <a:off x="7321046" y="5381831"/>
              <a:ext cx="457200" cy="457200"/>
              <a:chOff x="1504675" y="4508420"/>
              <a:chExt cx="457200" cy="457200"/>
            </a:xfrm>
          </p:grpSpPr>
          <p:sp>
            <p:nvSpPr>
              <p:cNvPr id="4528" name="Google Shape;4528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9" name="Google Shape;4529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530" name="Google Shape;4530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1" name="Google Shape;4531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2" name="Google Shape;4532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3" name="Google Shape;4533;p173"/>
            <p:cNvGrpSpPr/>
            <p:nvPr/>
          </p:nvGrpSpPr>
          <p:grpSpPr>
            <a:xfrm>
              <a:off x="10564187" y="4817354"/>
              <a:ext cx="457200" cy="457200"/>
              <a:chOff x="904600" y="3905170"/>
              <a:chExt cx="457200" cy="457200"/>
            </a:xfrm>
          </p:grpSpPr>
          <p:sp>
            <p:nvSpPr>
              <p:cNvPr id="4534" name="Google Shape;4534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35" name="Google Shape;4535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36" name="Google Shape;4536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7" name="Google Shape;4537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8" name="Google Shape;4538;p173"/>
            <p:cNvGrpSpPr/>
            <p:nvPr/>
          </p:nvGrpSpPr>
          <p:grpSpPr>
            <a:xfrm>
              <a:off x="9619208" y="5590739"/>
              <a:ext cx="457200" cy="457200"/>
              <a:chOff x="2501858" y="3905171"/>
              <a:chExt cx="457200" cy="457200"/>
            </a:xfrm>
          </p:grpSpPr>
          <p:sp>
            <p:nvSpPr>
              <p:cNvPr id="4539" name="Google Shape;453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40" name="Google Shape;454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41" name="Google Shape;454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2" name="Google Shape;454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49" name="Google Shape;4549;p173"/>
            <p:cNvGrpSpPr/>
            <p:nvPr/>
          </p:nvGrpSpPr>
          <p:grpSpPr>
            <a:xfrm>
              <a:off x="1772470" y="5612982"/>
              <a:ext cx="332570" cy="332570"/>
              <a:chOff x="1341330" y="3905170"/>
              <a:chExt cx="364500" cy="364500"/>
            </a:xfrm>
          </p:grpSpPr>
          <p:sp>
            <p:nvSpPr>
              <p:cNvPr id="4550" name="Google Shape;4550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51" name="Google Shape;4551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552" name="Google Shape;4552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553" name="Google Shape;4553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4" name="Google Shape;4554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5" name="Google Shape;4555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556" name="Google Shape;4556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557" name="Google Shape;4557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558" name="Google Shape;4558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559" name="Google Shape;4559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0" name="Google Shape;4560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1" name="Google Shape;4561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562" name="Google Shape;4562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563" name="Google Shape;4563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4" name="Google Shape;4564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5" name="Google Shape;4565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566" name="Google Shape;4566;p173"/>
            <p:cNvGrpSpPr/>
            <p:nvPr/>
          </p:nvGrpSpPr>
          <p:grpSpPr>
            <a:xfrm>
              <a:off x="1148646" y="5072215"/>
              <a:ext cx="342363" cy="342363"/>
              <a:chOff x="1785458" y="3905171"/>
              <a:chExt cx="373800" cy="373800"/>
            </a:xfrm>
          </p:grpSpPr>
          <p:sp>
            <p:nvSpPr>
              <p:cNvPr id="4567" name="Google Shape;4567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68" name="Google Shape;4568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69" name="Google Shape;4569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0" name="Google Shape;4570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1" name="Google Shape;4571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2" name="Google Shape;4572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3" name="Google Shape;4573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4" name="Google Shape;4574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5" name="Google Shape;4575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6" name="Google Shape;4576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7" name="Google Shape;4577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8" name="Google Shape;4578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9" name="Google Shape;4579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80" name="Google Shape;4580;p173"/>
            <p:cNvGrpSpPr/>
            <p:nvPr/>
          </p:nvGrpSpPr>
          <p:grpSpPr>
            <a:xfrm>
              <a:off x="8877546" y="4905764"/>
              <a:ext cx="585463" cy="621008"/>
              <a:chOff x="5562600" y="2704822"/>
              <a:chExt cx="1066418" cy="1330922"/>
            </a:xfrm>
          </p:grpSpPr>
          <p:sp>
            <p:nvSpPr>
              <p:cNvPr id="4581" name="Google Shape;4581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3" name="Google Shape;4583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84" name="Google Shape;4584;p173"/>
          <p:cNvGrpSpPr/>
          <p:nvPr/>
        </p:nvGrpSpPr>
        <p:grpSpPr>
          <a:xfrm>
            <a:off x="-136199" y="-287584"/>
            <a:ext cx="12418278" cy="2393312"/>
            <a:chOff x="-136200" y="-288563"/>
            <a:chExt cx="12418278" cy="2394030"/>
          </a:xfrm>
        </p:grpSpPr>
        <p:grpSp>
          <p:nvGrpSpPr>
            <p:cNvPr id="4585" name="Google Shape;4585;p173"/>
            <p:cNvGrpSpPr/>
            <p:nvPr/>
          </p:nvGrpSpPr>
          <p:grpSpPr>
            <a:xfrm>
              <a:off x="8197904" y="866941"/>
              <a:ext cx="819030" cy="819030"/>
              <a:chOff x="2615129" y="2596887"/>
              <a:chExt cx="3630453" cy="3630453"/>
            </a:xfrm>
          </p:grpSpPr>
          <p:sp>
            <p:nvSpPr>
              <p:cNvPr id="4586" name="Google Shape;458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87" name="Google Shape;458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8" name="Google Shape;458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9" name="Google Shape;458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0" name="Google Shape;4590;p173"/>
            <p:cNvGrpSpPr/>
            <p:nvPr/>
          </p:nvGrpSpPr>
          <p:grpSpPr>
            <a:xfrm>
              <a:off x="6464409" y="365398"/>
              <a:ext cx="819030" cy="819030"/>
              <a:chOff x="2615129" y="2596887"/>
              <a:chExt cx="3630453" cy="3630453"/>
            </a:xfrm>
          </p:grpSpPr>
          <p:sp>
            <p:nvSpPr>
              <p:cNvPr id="4591" name="Google Shape;4591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2" name="Google Shape;4592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3" name="Google Shape;4593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4" name="Google Shape;4594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5" name="Google Shape;4595;p173"/>
            <p:cNvGrpSpPr/>
            <p:nvPr/>
          </p:nvGrpSpPr>
          <p:grpSpPr>
            <a:xfrm>
              <a:off x="2260040" y="902238"/>
              <a:ext cx="819030" cy="819030"/>
              <a:chOff x="2615129" y="2596887"/>
              <a:chExt cx="3630453" cy="3630453"/>
            </a:xfrm>
          </p:grpSpPr>
          <p:sp>
            <p:nvSpPr>
              <p:cNvPr id="4596" name="Google Shape;459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7" name="Google Shape;459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8" name="Google Shape;459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9" name="Google Shape;459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8" name="Google Shape;4608;p173"/>
            <p:cNvGrpSpPr/>
            <p:nvPr/>
          </p:nvGrpSpPr>
          <p:grpSpPr>
            <a:xfrm>
              <a:off x="7064256" y="1348288"/>
              <a:ext cx="777028" cy="757179"/>
              <a:chOff x="2073624" y="-497637"/>
              <a:chExt cx="777028" cy="757179"/>
            </a:xfrm>
          </p:grpSpPr>
          <p:grpSp>
            <p:nvGrpSpPr>
              <p:cNvPr id="4609" name="Google Shape;4609;p173"/>
              <p:cNvGrpSpPr/>
              <p:nvPr/>
            </p:nvGrpSpPr>
            <p:grpSpPr>
              <a:xfrm>
                <a:off x="2073624" y="-497637"/>
                <a:ext cx="540429" cy="540429"/>
                <a:chOff x="1412135" y="3086621"/>
                <a:chExt cx="816852" cy="816852"/>
              </a:xfrm>
            </p:grpSpPr>
            <p:sp>
              <p:nvSpPr>
                <p:cNvPr id="4610" name="Google Shape;461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11" name="Google Shape;461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2" name="Google Shape;461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3" name="Google Shape;461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14" name="Google Shape;4614;p173"/>
              <p:cNvSpPr/>
              <p:nvPr/>
            </p:nvSpPr>
            <p:spPr>
              <a:xfrm>
                <a:off x="2441452" y="-14965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15" name="Google Shape;4615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2488428" y="-102692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16" name="Google Shape;4616;p173"/>
            <p:cNvSpPr/>
            <p:nvPr/>
          </p:nvSpPr>
          <p:spPr>
            <a:xfrm>
              <a:off x="8322788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173"/>
            <p:cNvSpPr/>
            <p:nvPr/>
          </p:nvSpPr>
          <p:spPr>
            <a:xfrm>
              <a:off x="2959058" y="44865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8" name="Google Shape;4618;p173"/>
            <p:cNvGrpSpPr/>
            <p:nvPr/>
          </p:nvGrpSpPr>
          <p:grpSpPr>
            <a:xfrm>
              <a:off x="3753924" y="242624"/>
              <a:ext cx="777028" cy="757179"/>
              <a:chOff x="-37533" y="336424"/>
              <a:chExt cx="777028" cy="757179"/>
            </a:xfrm>
          </p:grpSpPr>
          <p:grpSp>
            <p:nvGrpSpPr>
              <p:cNvPr id="4619" name="Google Shape;4619;p173"/>
              <p:cNvGrpSpPr/>
              <p:nvPr/>
            </p:nvGrpSpPr>
            <p:grpSpPr>
              <a:xfrm>
                <a:off x="-37533" y="336424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0" name="Google Shape;462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1" name="Google Shape;462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2" name="Google Shape;462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3" name="Google Shape;462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24" name="Google Shape;4624;p173"/>
              <p:cNvSpPr/>
              <p:nvPr/>
            </p:nvSpPr>
            <p:spPr>
              <a:xfrm>
                <a:off x="330295" y="6844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25" name="Google Shape;4625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06400" y="7605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26" name="Google Shape;4626;p173"/>
            <p:cNvGrpSpPr/>
            <p:nvPr/>
          </p:nvGrpSpPr>
          <p:grpSpPr>
            <a:xfrm>
              <a:off x="4652689" y="1034760"/>
              <a:ext cx="777028" cy="757179"/>
              <a:chOff x="4652689" y="1034760"/>
              <a:chExt cx="777028" cy="757179"/>
            </a:xfrm>
          </p:grpSpPr>
          <p:grpSp>
            <p:nvGrpSpPr>
              <p:cNvPr id="4627" name="Google Shape;4627;p173"/>
              <p:cNvGrpSpPr/>
              <p:nvPr/>
            </p:nvGrpSpPr>
            <p:grpSpPr>
              <a:xfrm>
                <a:off x="4652689" y="1034760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8" name="Google Shape;4628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9" name="Google Shape;4629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0" name="Google Shape;4630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1" name="Google Shape;4631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32" name="Google Shape;4632;p173"/>
              <p:cNvSpPr/>
              <p:nvPr/>
            </p:nvSpPr>
            <p:spPr>
              <a:xfrm>
                <a:off x="5020517" y="1382739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3" name="Google Shape;4633;p173"/>
              <p:cNvPicPr preferRelativeResize="0"/>
              <p:nvPr/>
            </p:nvPicPr>
            <p:blipFill rotWithShape="1">
              <a:blip r:embed="rId5">
                <a:alphaModFix amt="70000"/>
              </a:blip>
              <a:srcRect/>
              <a:stretch/>
            </p:blipFill>
            <p:spPr>
              <a:xfrm>
                <a:off x="5107675" y="1469898"/>
                <a:ext cx="234909" cy="2349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4" name="Google Shape;4634;p173"/>
            <p:cNvGrpSpPr/>
            <p:nvPr/>
          </p:nvGrpSpPr>
          <p:grpSpPr>
            <a:xfrm>
              <a:off x="5638264" y="431471"/>
              <a:ext cx="550200" cy="550200"/>
              <a:chOff x="5412942" y="182107"/>
              <a:chExt cx="550200" cy="550200"/>
            </a:xfrm>
          </p:grpSpPr>
          <p:sp>
            <p:nvSpPr>
              <p:cNvPr id="4635" name="Google Shape;4635;p173"/>
              <p:cNvSpPr/>
              <p:nvPr/>
            </p:nvSpPr>
            <p:spPr>
              <a:xfrm>
                <a:off x="5412942" y="182107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6" name="Google Shape;4636;p173"/>
              <p:cNvPicPr preferRelativeResize="0"/>
              <p:nvPr/>
            </p:nvPicPr>
            <p:blipFill rotWithShape="1">
              <a:blip r:embed="rId6">
                <a:alphaModFix amt="70000"/>
              </a:blip>
              <a:srcRect/>
              <a:stretch/>
            </p:blipFill>
            <p:spPr>
              <a:xfrm>
                <a:off x="5526174" y="299088"/>
                <a:ext cx="349250" cy="3492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7" name="Google Shape;4637;p173"/>
            <p:cNvGrpSpPr/>
            <p:nvPr/>
          </p:nvGrpSpPr>
          <p:grpSpPr>
            <a:xfrm>
              <a:off x="7631990" y="198628"/>
              <a:ext cx="550200" cy="550200"/>
              <a:chOff x="7631990" y="198628"/>
              <a:chExt cx="550200" cy="550200"/>
            </a:xfrm>
          </p:grpSpPr>
          <p:sp>
            <p:nvSpPr>
              <p:cNvPr id="4638" name="Google Shape;4638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9" name="Google Shape;4639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50" name="Google Shape;4650;p173"/>
            <p:cNvSpPr/>
            <p:nvPr/>
          </p:nvSpPr>
          <p:spPr>
            <a:xfrm>
              <a:off x="3706344" y="1101510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173"/>
            <p:cNvSpPr/>
            <p:nvPr/>
          </p:nvSpPr>
          <p:spPr>
            <a:xfrm>
              <a:off x="9769422" y="1275504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173"/>
            <p:cNvSpPr/>
            <p:nvPr/>
          </p:nvSpPr>
          <p:spPr>
            <a:xfrm>
              <a:off x="1004308" y="1497881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3" name="Google Shape;4653;p173"/>
            <p:cNvSpPr/>
            <p:nvPr/>
          </p:nvSpPr>
          <p:spPr>
            <a:xfrm>
              <a:off x="4587702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4" name="Google Shape;4654;p173"/>
            <p:cNvSpPr/>
            <p:nvPr/>
          </p:nvSpPr>
          <p:spPr>
            <a:xfrm>
              <a:off x="4715113" y="175242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173"/>
            <p:cNvSpPr/>
            <p:nvPr/>
          </p:nvSpPr>
          <p:spPr>
            <a:xfrm>
              <a:off x="7618010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7" name="Google Shape;4657;p173"/>
            <p:cNvSpPr/>
            <p:nvPr/>
          </p:nvSpPr>
          <p:spPr>
            <a:xfrm>
              <a:off x="5554148" y="149788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173"/>
            <p:cNvSpPr/>
            <p:nvPr/>
          </p:nvSpPr>
          <p:spPr>
            <a:xfrm>
              <a:off x="5336625" y="9997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173"/>
            <p:cNvSpPr/>
            <p:nvPr/>
          </p:nvSpPr>
          <p:spPr>
            <a:xfrm>
              <a:off x="290308" y="101286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0" name="Google Shape;4660;p173"/>
            <p:cNvSpPr/>
            <p:nvPr/>
          </p:nvSpPr>
          <p:spPr>
            <a:xfrm>
              <a:off x="62671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73"/>
            <p:cNvSpPr/>
            <p:nvPr/>
          </p:nvSpPr>
          <p:spPr>
            <a:xfrm>
              <a:off x="190306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73"/>
            <p:cNvSpPr/>
            <p:nvPr/>
          </p:nvSpPr>
          <p:spPr>
            <a:xfrm>
              <a:off x="2848159" y="169394"/>
              <a:ext cx="222683" cy="226251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63" name="Google Shape;4663;p173"/>
            <p:cNvGrpSpPr/>
            <p:nvPr/>
          </p:nvGrpSpPr>
          <p:grpSpPr>
            <a:xfrm>
              <a:off x="8851093" y="116159"/>
              <a:ext cx="540429" cy="540429"/>
              <a:chOff x="1412135" y="3086621"/>
              <a:chExt cx="816852" cy="816852"/>
            </a:xfrm>
          </p:grpSpPr>
          <p:sp>
            <p:nvSpPr>
              <p:cNvPr id="4664" name="Google Shape;466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65" name="Google Shape;466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6" name="Google Shape;466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7" name="Google Shape;466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69" name="Google Shape;4669;p173"/>
            <p:cNvSpPr/>
            <p:nvPr/>
          </p:nvSpPr>
          <p:spPr>
            <a:xfrm>
              <a:off x="10481560" y="146271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73"/>
            <p:cNvSpPr/>
            <p:nvPr/>
          </p:nvSpPr>
          <p:spPr>
            <a:xfrm>
              <a:off x="7209961" y="55359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73"/>
            <p:cNvSpPr/>
            <p:nvPr/>
          </p:nvSpPr>
          <p:spPr>
            <a:xfrm>
              <a:off x="6096000" y="9542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73"/>
            <p:cNvSpPr/>
            <p:nvPr/>
          </p:nvSpPr>
          <p:spPr>
            <a:xfrm>
              <a:off x="3550883" y="-10797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73"/>
            <p:cNvSpPr/>
            <p:nvPr/>
          </p:nvSpPr>
          <p:spPr>
            <a:xfrm>
              <a:off x="4325920" y="23127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83" name="Google Shape;4683;p173"/>
            <p:cNvGrpSpPr/>
            <p:nvPr/>
          </p:nvGrpSpPr>
          <p:grpSpPr>
            <a:xfrm>
              <a:off x="4837777" y="-270894"/>
              <a:ext cx="540429" cy="540429"/>
              <a:chOff x="1412135" y="3086621"/>
              <a:chExt cx="816852" cy="816852"/>
            </a:xfrm>
          </p:grpSpPr>
          <p:sp>
            <p:nvSpPr>
              <p:cNvPr id="4684" name="Google Shape;468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85" name="Google Shape;468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6" name="Google Shape;468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7" name="Google Shape;468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8" name="Google Shape;4688;p173"/>
            <p:cNvSpPr/>
            <p:nvPr/>
          </p:nvSpPr>
          <p:spPr>
            <a:xfrm>
              <a:off x="290308" y="1428175"/>
              <a:ext cx="245400" cy="245400"/>
            </a:xfrm>
            <a:prstGeom prst="ellipse">
              <a:avLst/>
            </a:prstGeom>
            <a:solidFill>
              <a:srgbClr val="B5B3B3">
                <a:alpha val="502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73"/>
            <p:cNvSpPr/>
            <p:nvPr/>
          </p:nvSpPr>
          <p:spPr>
            <a:xfrm>
              <a:off x="11761216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73"/>
            <p:cNvSpPr/>
            <p:nvPr/>
          </p:nvSpPr>
          <p:spPr>
            <a:xfrm>
              <a:off x="9449746" y="94897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1" name="Google Shape;4691;p173"/>
            <p:cNvGrpSpPr/>
            <p:nvPr/>
          </p:nvGrpSpPr>
          <p:grpSpPr>
            <a:xfrm>
              <a:off x="9228399" y="448813"/>
              <a:ext cx="559822" cy="343136"/>
              <a:chOff x="8746323" y="1277512"/>
              <a:chExt cx="833812" cy="511075"/>
            </a:xfrm>
          </p:grpSpPr>
          <p:sp>
            <p:nvSpPr>
              <p:cNvPr id="4692" name="Google Shape;4692;p173"/>
              <p:cNvSpPr/>
              <p:nvPr/>
            </p:nvSpPr>
            <p:spPr>
              <a:xfrm>
                <a:off x="8746323" y="1277512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 w="19050" cap="flat" cmpd="sng">
                <a:solidFill>
                  <a:srgbClr val="B5B3B3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3" name="Google Shape;4693;p173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966649" y="1392450"/>
                <a:ext cx="385123" cy="3851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94" name="Google Shape;4694;p173"/>
            <p:cNvGrpSpPr/>
            <p:nvPr/>
          </p:nvGrpSpPr>
          <p:grpSpPr>
            <a:xfrm>
              <a:off x="5163169" y="103173"/>
              <a:ext cx="563073" cy="345129"/>
              <a:chOff x="5966724" y="782226"/>
              <a:chExt cx="833812" cy="511075"/>
            </a:xfrm>
          </p:grpSpPr>
          <p:sp>
            <p:nvSpPr>
              <p:cNvPr id="4695" name="Google Shape;4695;p173"/>
              <p:cNvSpPr/>
              <p:nvPr/>
            </p:nvSpPr>
            <p:spPr>
              <a:xfrm>
                <a:off x="5966724" y="782226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6" name="Google Shape;4696;p17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195317" y="938372"/>
                <a:ext cx="341968" cy="2657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5" name="Google Shape;4705;p173"/>
            <p:cNvGrpSpPr/>
            <p:nvPr/>
          </p:nvGrpSpPr>
          <p:grpSpPr>
            <a:xfrm>
              <a:off x="3209299" y="846786"/>
              <a:ext cx="409200" cy="409200"/>
              <a:chOff x="7584484" y="1848667"/>
              <a:chExt cx="409200" cy="409200"/>
            </a:xfrm>
          </p:grpSpPr>
          <p:sp>
            <p:nvSpPr>
              <p:cNvPr id="4706" name="Google Shape;4706;p173"/>
              <p:cNvSpPr/>
              <p:nvPr/>
            </p:nvSpPr>
            <p:spPr>
              <a:xfrm>
                <a:off x="7584484" y="1848667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07" name="Google Shape;4707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7631460" y="1895633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8" name="Google Shape;4708;p173"/>
            <p:cNvGrpSpPr/>
            <p:nvPr/>
          </p:nvGrpSpPr>
          <p:grpSpPr>
            <a:xfrm>
              <a:off x="-136200" y="1223575"/>
              <a:ext cx="409200" cy="409200"/>
              <a:chOff x="4274152" y="743003"/>
              <a:chExt cx="409200" cy="409200"/>
            </a:xfrm>
          </p:grpSpPr>
          <p:sp>
            <p:nvSpPr>
              <p:cNvPr id="4709" name="Google Shape;4709;p173"/>
              <p:cNvSpPr/>
              <p:nvPr/>
            </p:nvSpPr>
            <p:spPr>
              <a:xfrm>
                <a:off x="4274152" y="7430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0" name="Google Shape;4710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350257" y="8191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11" name="Google Shape;4711;p173"/>
            <p:cNvGrpSpPr/>
            <p:nvPr/>
          </p:nvGrpSpPr>
          <p:grpSpPr>
            <a:xfrm>
              <a:off x="8916458" y="1101510"/>
              <a:ext cx="409200" cy="409200"/>
              <a:chOff x="1528820" y="1234468"/>
              <a:chExt cx="409200" cy="409200"/>
            </a:xfrm>
          </p:grpSpPr>
          <p:sp>
            <p:nvSpPr>
              <p:cNvPr id="4712" name="Google Shape;4712;p173"/>
              <p:cNvSpPr/>
              <p:nvPr/>
            </p:nvSpPr>
            <p:spPr>
              <a:xfrm>
                <a:off x="1528820" y="123446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3" name="Google Shape;4713;p173"/>
              <p:cNvPicPr preferRelativeResize="0"/>
              <p:nvPr/>
            </p:nvPicPr>
            <p:blipFill rotWithShape="1">
              <a:blip r:embed="rId10">
                <a:alphaModFix amt="70000"/>
              </a:blip>
              <a:srcRect/>
              <a:stretch/>
            </p:blipFill>
            <p:spPr>
              <a:xfrm>
                <a:off x="1606671" y="1313345"/>
                <a:ext cx="251470" cy="2514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0" name="Google Shape;4720;p173"/>
            <p:cNvGrpSpPr/>
            <p:nvPr/>
          </p:nvGrpSpPr>
          <p:grpSpPr>
            <a:xfrm>
              <a:off x="3156075" y="67045"/>
              <a:ext cx="404947" cy="404947"/>
              <a:chOff x="7631990" y="198628"/>
              <a:chExt cx="550200" cy="550200"/>
            </a:xfrm>
          </p:grpSpPr>
          <p:sp>
            <p:nvSpPr>
              <p:cNvPr id="4721" name="Google Shape;4721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22" name="Google Shape;4722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7" name="Google Shape;4727;p173"/>
            <p:cNvGrpSpPr/>
            <p:nvPr/>
          </p:nvGrpSpPr>
          <p:grpSpPr>
            <a:xfrm>
              <a:off x="10892805" y="895484"/>
              <a:ext cx="777028" cy="757179"/>
              <a:chOff x="10892805" y="895484"/>
              <a:chExt cx="777028" cy="757179"/>
            </a:xfrm>
          </p:grpSpPr>
          <p:grpSp>
            <p:nvGrpSpPr>
              <p:cNvPr id="4728" name="Google Shape;4728;p173"/>
              <p:cNvGrpSpPr/>
              <p:nvPr/>
            </p:nvGrpSpPr>
            <p:grpSpPr>
              <a:xfrm>
                <a:off x="10892805" y="895484"/>
                <a:ext cx="777028" cy="757179"/>
                <a:chOff x="10892805" y="895484"/>
                <a:chExt cx="777028" cy="757179"/>
              </a:xfrm>
            </p:grpSpPr>
            <p:grpSp>
              <p:nvGrpSpPr>
                <p:cNvPr id="4729" name="Google Shape;4729;p173"/>
                <p:cNvGrpSpPr/>
                <p:nvPr/>
              </p:nvGrpSpPr>
              <p:grpSpPr>
                <a:xfrm>
                  <a:off x="10892805" y="895484"/>
                  <a:ext cx="540429" cy="540429"/>
                  <a:chOff x="1412135" y="3086621"/>
                  <a:chExt cx="816852" cy="816852"/>
                </a:xfrm>
              </p:grpSpPr>
              <p:sp>
                <p:nvSpPr>
                  <p:cNvPr id="4730" name="Google Shape;4730;p173"/>
                  <p:cNvSpPr/>
                  <p:nvPr/>
                </p:nvSpPr>
                <p:spPr>
                  <a:xfrm>
                    <a:off x="1412135" y="3086621"/>
                    <a:ext cx="816852" cy="816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0453" h="3630453" extrusionOk="0">
                        <a:moveTo>
                          <a:pt x="0" y="990124"/>
                        </a:moveTo>
                        <a:cubicBezTo>
                          <a:pt x="0" y="443294"/>
                          <a:pt x="443294" y="0"/>
                          <a:pt x="990124" y="0"/>
                        </a:cubicBezTo>
                        <a:lnTo>
                          <a:pt x="2640330" y="0"/>
                        </a:lnTo>
                        <a:cubicBezTo>
                          <a:pt x="3187160" y="0"/>
                          <a:pt x="3630454" y="443294"/>
                          <a:pt x="3630454" y="990124"/>
                        </a:cubicBezTo>
                        <a:lnTo>
                          <a:pt x="3630454" y="2640330"/>
                        </a:lnTo>
                        <a:cubicBezTo>
                          <a:pt x="3630454" y="3187160"/>
                          <a:pt x="3187160" y="3630454"/>
                          <a:pt x="2640330" y="3630454"/>
                        </a:cubicBezTo>
                        <a:lnTo>
                          <a:pt x="990124" y="3630454"/>
                        </a:lnTo>
                        <a:cubicBezTo>
                          <a:pt x="443294" y="3630454"/>
                          <a:pt x="0" y="3187160"/>
                          <a:pt x="0" y="2640330"/>
                        </a:cubicBezTo>
                        <a:lnTo>
                          <a:pt x="0" y="9901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171450" dist="19050" algn="bl" rotWithShape="0">
                      <a:srgbClr val="000000">
                        <a:alpha val="10000"/>
                      </a:srgbClr>
                    </a:outerShdw>
                  </a:effectLst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/>
                  </a:p>
                </p:txBody>
              </p:sp>
              <p:sp>
                <p:nvSpPr>
                  <p:cNvPr id="4731" name="Google Shape;4731;p173"/>
                  <p:cNvSpPr/>
                  <p:nvPr/>
                </p:nvSpPr>
                <p:spPr>
                  <a:xfrm>
                    <a:off x="1795048" y="3213693"/>
                    <a:ext cx="204518" cy="207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8970" h="923543" extrusionOk="0">
                        <a:moveTo>
                          <a:pt x="455390" y="923544"/>
                        </a:moveTo>
                        <a:cubicBezTo>
                          <a:pt x="455390" y="669131"/>
                          <a:pt x="658273" y="462724"/>
                          <a:pt x="908971" y="461772"/>
                        </a:cubicBezTo>
                        <a:cubicBezTo>
                          <a:pt x="658273" y="460820"/>
                          <a:pt x="455390" y="254413"/>
                          <a:pt x="455390" y="0"/>
                        </a:cubicBezTo>
                        <a:lnTo>
                          <a:pt x="455390" y="0"/>
                        </a:lnTo>
                        <a:cubicBezTo>
                          <a:pt x="455390" y="254984"/>
                          <a:pt x="251555" y="461772"/>
                          <a:pt x="0" y="461772"/>
                        </a:cubicBezTo>
                        <a:cubicBezTo>
                          <a:pt x="251460" y="461772"/>
                          <a:pt x="455390" y="668560"/>
                          <a:pt x="455390" y="923544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2" name="Google Shape;4732;p173"/>
                  <p:cNvSpPr/>
                  <p:nvPr/>
                </p:nvSpPr>
                <p:spPr>
                  <a:xfrm>
                    <a:off x="1811273" y="3565961"/>
                    <a:ext cx="208762" cy="212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7830" h="942784" extrusionOk="0">
                        <a:moveTo>
                          <a:pt x="463010" y="0"/>
                        </a:moveTo>
                        <a:cubicBezTo>
                          <a:pt x="463010" y="259747"/>
                          <a:pt x="255842" y="470344"/>
                          <a:pt x="0" y="471392"/>
                        </a:cubicBezTo>
                        <a:cubicBezTo>
                          <a:pt x="255842" y="472345"/>
                          <a:pt x="463010" y="683038"/>
                          <a:pt x="463010" y="942784"/>
                        </a:cubicBezTo>
                        <a:lnTo>
                          <a:pt x="463010" y="942784"/>
                        </a:lnTo>
                        <a:cubicBezTo>
                          <a:pt x="463010" y="682466"/>
                          <a:pt x="671132" y="471392"/>
                          <a:pt x="927830" y="471392"/>
                        </a:cubicBezTo>
                        <a:cubicBezTo>
                          <a:pt x="671132" y="471392"/>
                          <a:pt x="463010" y="260318"/>
                          <a:pt x="463010" y="0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3" name="Google Shape;4733;p173"/>
                  <p:cNvSpPr/>
                  <p:nvPr/>
                </p:nvSpPr>
                <p:spPr>
                  <a:xfrm>
                    <a:off x="1547910" y="3335048"/>
                    <a:ext cx="339685" cy="345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9712" h="1533906" extrusionOk="0">
                        <a:moveTo>
                          <a:pt x="753428" y="0"/>
                        </a:moveTo>
                        <a:cubicBezTo>
                          <a:pt x="753428" y="422624"/>
                          <a:pt x="416433" y="765334"/>
                          <a:pt x="0" y="766953"/>
                        </a:cubicBezTo>
                        <a:cubicBezTo>
                          <a:pt x="416338" y="768572"/>
                          <a:pt x="753428" y="1111282"/>
                          <a:pt x="753428" y="1533906"/>
                        </a:cubicBezTo>
                        <a:lnTo>
                          <a:pt x="753428" y="1533906"/>
                        </a:lnTo>
                        <a:cubicBezTo>
                          <a:pt x="753428" y="1110329"/>
                          <a:pt x="1092041" y="766953"/>
                          <a:pt x="1509712" y="766953"/>
                        </a:cubicBezTo>
                        <a:cubicBezTo>
                          <a:pt x="1092041" y="766953"/>
                          <a:pt x="753428" y="423577"/>
                          <a:pt x="753428" y="0"/>
                        </a:cubicBezTo>
                        <a:close/>
                      </a:path>
                    </a:pathLst>
                  </a:custGeom>
                  <a:solidFill>
                    <a:srgbClr val="FFD9A8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34" name="Google Shape;4734;p173"/>
                <p:cNvSpPr/>
                <p:nvPr/>
              </p:nvSpPr>
              <p:spPr>
                <a:xfrm>
                  <a:off x="11260633" y="1243463"/>
                  <a:ext cx="409200" cy="4092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</p:grpSp>
          <p:pic>
            <p:nvPicPr>
              <p:cNvPr id="4735" name="Google Shape;4735;p173" descr="The image features a simple, modern, black speech bubble characterized by a bold, white filled circle, symbolizing a clear, concise message.&#10;&#10;AI-generated content may be incorrect."/>
              <p:cNvPicPr preferRelativeResize="0"/>
              <p:nvPr/>
            </p:nvPicPr>
            <p:blipFill rotWithShape="1">
              <a:blip r:embed="rId11">
                <a:alphaModFix amt="70000"/>
              </a:blip>
              <a:srcRect/>
              <a:stretch/>
            </p:blipFill>
            <p:spPr>
              <a:xfrm>
                <a:off x="11367203" y="1349529"/>
                <a:ext cx="194220" cy="1942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739" name="Google Shape;4739;p173"/>
          <p:cNvSpPr/>
          <p:nvPr/>
        </p:nvSpPr>
        <p:spPr>
          <a:xfrm rot="10800000" flipH="1">
            <a:off x="0" y="3780608"/>
            <a:ext cx="12192000" cy="3076500"/>
          </a:xfrm>
          <a:prstGeom prst="rect">
            <a:avLst/>
          </a:prstGeom>
          <a:gradFill>
            <a:gsLst>
              <a:gs pos="0">
                <a:srgbClr val="FFFFFF"/>
              </a:gs>
              <a:gs pos="31000">
                <a:srgbClr val="FFFFFF">
                  <a:alpha val="74902"/>
                </a:srgbClr>
              </a:gs>
              <a:gs pos="9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F6F6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0" name="Google Shape;4740;p173"/>
          <p:cNvSpPr/>
          <p:nvPr/>
        </p:nvSpPr>
        <p:spPr>
          <a:xfrm>
            <a:off x="1703575" y="2589913"/>
            <a:ext cx="8784900" cy="1919400"/>
          </a:xfrm>
          <a:prstGeom prst="roundRect">
            <a:avLst>
              <a:gd name="adj" fmla="val 16667"/>
            </a:avLst>
          </a:prstGeom>
          <a:solidFill>
            <a:srgbClr val="FFFFFF">
              <a:alpha val="63920"/>
            </a:srgbClr>
          </a:solidFill>
          <a:ln w="9525" cap="flat" cmpd="sng">
            <a:solidFill>
              <a:srgbClr val="FFA9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 0"/>
          <p:cNvSpPr/>
          <p:nvPr/>
        </p:nvSpPr>
        <p:spPr>
          <a:xfrm>
            <a:off x="1700784" y="2788920"/>
            <a:ext cx="8787384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400" b="1" kern="0" spc="-126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The Hands-on </a:t>
            </a:r>
            <a:r>
              <a:rPr lang="en-US" sz="4400" b="1" kern="0" spc="-126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Lab</a:t>
            </a:r>
            <a:endParaRPr lang="en-US" sz="6300"/>
          </a:p>
        </p:txBody>
      </p:sp>
      <p:sp>
        <p:nvSpPr>
          <p:cNvPr id="3" name="Text 1"/>
          <p:cNvSpPr/>
          <p:nvPr/>
        </p:nvSpPr>
        <p:spPr>
          <a:xfrm>
            <a:off x="2011680" y="3794760"/>
            <a:ext cx="81655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90000"/>
              </a:lnSpc>
            </a:pPr>
            <a:r>
              <a:rPr lang="en-US" sz="1100" err="1">
                <a:solidFill>
                  <a:srgbClr val="618794"/>
                </a:solidFill>
                <a:latin typeface="DM Mono"/>
                <a:ea typeface="DM Mono" pitchFamily="34" charset="-122"/>
                <a:cs typeface="DM Mono" pitchFamily="34" charset="-120"/>
              </a:rPr>
              <a:t>Section 03 · Clone and Set Up, Bronze to Metric Views, Governance, Genie Agent, Context</a:t>
            </a:r>
            <a:endParaRPr lang="en-US" sz="1100">
              <a:latin typeface="DM Mono"/>
            </a:endParaRPr>
          </a:p>
        </p:txBody>
      </p:sp>
      <p:pic>
        <p:nvPicPr>
          <p:cNvPr id="9040" name="Diggibyte Logo" descr="Diggibyte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42" name="Databricks 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pic>
        <p:nvPicPr>
          <p:cNvPr id="9043" name="Genie Logo" descr="geni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Step 1: Clone and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Set Up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266" name="Shape 20266"/>
          <p:cNvSpPr/>
          <p:nvPr/>
        </p:nvSpPr>
        <p:spPr>
          <a:xfrm>
            <a:off x="685800" y="1691640"/>
            <a:ext cx="3483864" cy="2971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67" name="Shape 20267"/>
          <p:cNvSpPr/>
          <p:nvPr/>
        </p:nvSpPr>
        <p:spPr>
          <a:xfrm>
            <a:off x="905256" y="1874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01</a:t>
            </a:r>
            <a:endParaRPr lang="en-US" sz="1000"/>
          </a:p>
        </p:txBody>
      </p:sp>
      <p:sp>
        <p:nvSpPr>
          <p:cNvPr id="20268" name="Shape 20268"/>
          <p:cNvSpPr/>
          <p:nvPr/>
        </p:nvSpPr>
        <p:spPr>
          <a:xfrm>
            <a:off x="905256" y="2121408"/>
            <a:ext cx="256946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4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Clone the repo</a:t>
            </a:r>
            <a:endParaRPr lang="en-US" sz="1400"/>
          </a:p>
        </p:txBody>
      </p:sp>
      <p:sp>
        <p:nvSpPr>
          <p:cNvPr id="20269" name="Shape 20269"/>
          <p:cNvSpPr/>
          <p:nvPr/>
        </p:nvSpPr>
        <p:spPr>
          <a:xfrm>
            <a:off x="905256" y="2606040"/>
            <a:ext cx="3044952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ct val="118000"/>
              </a:lnSpc>
              <a:spcBef>
                <a:spcPts val="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Add the bootcamp repo to your workspace as a Git folder</a:t>
            </a:r>
            <a:endParaRPr lang="en-US" sz="1150"/>
          </a:p>
          <a:p>
            <a:pPr marL="146304" indent="-146304" algn="l">
              <a:lnSpc>
                <a:spcPct val="118000"/>
              </a:lnSpc>
              <a:spcBef>
                <a:spcPts val="90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Check the repo is visible to you before the session</a:t>
            </a:r>
            <a:endParaRPr lang="en-US" sz="1150"/>
          </a:p>
          <a:p>
            <a:pPr marL="146304" indent="-146304" algn="l">
              <a:lnSpc>
                <a:spcPct val="118000"/>
              </a:lnSpc>
              <a:spcBef>
                <a:spcPts val="90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Confirm workspace access and a SQL warehouse you can use</a:t>
            </a:r>
            <a:endParaRPr lang="en-US" sz="1150"/>
          </a:p>
        </p:txBody>
      </p:sp>
      <p:sp>
        <p:nvSpPr>
          <p:cNvPr id="20270" name="Shape 20270"/>
          <p:cNvSpPr/>
          <p:nvPr/>
        </p:nvSpPr>
        <p:spPr>
          <a:xfrm>
            <a:off x="4352544" y="1691640"/>
            <a:ext cx="3483864" cy="2971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71" name="Shape 20271"/>
          <p:cNvSpPr/>
          <p:nvPr/>
        </p:nvSpPr>
        <p:spPr>
          <a:xfrm>
            <a:off x="4572000" y="1874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02</a:t>
            </a:r>
            <a:endParaRPr lang="en-US" sz="1000"/>
          </a:p>
        </p:txBody>
      </p:sp>
      <p:pic>
        <p:nvPicPr>
          <p:cNvPr id="20272" name="Picture 20271" descr="unity-catal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810512"/>
            <a:ext cx="420624" cy="420624"/>
          </a:xfrm>
          <a:prstGeom prst="rect">
            <a:avLst/>
          </a:prstGeom>
        </p:spPr>
      </p:pic>
      <p:sp>
        <p:nvSpPr>
          <p:cNvPr id="2" name="Shape 20272"/>
          <p:cNvSpPr/>
          <p:nvPr/>
        </p:nvSpPr>
        <p:spPr>
          <a:xfrm>
            <a:off x="4572000" y="2121408"/>
            <a:ext cx="256946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4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Run notebook 00</a:t>
            </a:r>
            <a:endParaRPr lang="en-US" sz="1400"/>
          </a:p>
        </p:txBody>
      </p:sp>
      <p:sp>
        <p:nvSpPr>
          <p:cNvPr id="20273" name="Shape 20273"/>
          <p:cNvSpPr/>
          <p:nvPr/>
        </p:nvSpPr>
        <p:spPr>
          <a:xfrm>
            <a:off x="4572000" y="2606040"/>
            <a:ext cx="3044952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ct val="118000"/>
              </a:lnSpc>
              <a:spcBef>
                <a:spcPts val="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Creates catalog </a:t>
            </a: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fashion_bootcamp</a:t>
            </a: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and five schemas</a:t>
            </a:r>
            <a:endParaRPr lang="en-US" sz="1150"/>
          </a:p>
          <a:p>
            <a:pPr marL="146304" indent="-146304" algn="l">
              <a:lnSpc>
                <a:spcPct val="118000"/>
              </a:lnSpc>
              <a:spcBef>
                <a:spcPts val="90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Creates the </a:t>
            </a: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raw_files</a:t>
            </a: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volume, one folder per entity</a:t>
            </a:r>
            <a:endParaRPr lang="en-US" sz="1150"/>
          </a:p>
          <a:p>
            <a:pPr marL="146304" indent="-146304" algn="l">
              <a:lnSpc>
                <a:spcPct val="118000"/>
              </a:lnSpc>
              <a:spcBef>
                <a:spcPts val="90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Copies the eight CSVs into the volume and verifies them</a:t>
            </a:r>
            <a:endParaRPr lang="en-US" sz="1150"/>
          </a:p>
        </p:txBody>
      </p:sp>
      <p:sp>
        <p:nvSpPr>
          <p:cNvPr id="20274" name="Shape 20274"/>
          <p:cNvSpPr/>
          <p:nvPr/>
        </p:nvSpPr>
        <p:spPr>
          <a:xfrm>
            <a:off x="8019288" y="1691640"/>
            <a:ext cx="3483864" cy="2971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75" name="Shape 20275"/>
          <p:cNvSpPr/>
          <p:nvPr/>
        </p:nvSpPr>
        <p:spPr>
          <a:xfrm>
            <a:off x="8238744" y="18745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03</a:t>
            </a:r>
            <a:endParaRPr lang="en-US" sz="1000"/>
          </a:p>
        </p:txBody>
      </p:sp>
      <p:pic>
        <p:nvPicPr>
          <p:cNvPr id="20276" name="Picture 20275" descr="asset-bund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072" y="1810512"/>
            <a:ext cx="420624" cy="420624"/>
          </a:xfrm>
          <a:prstGeom prst="rect">
            <a:avLst/>
          </a:prstGeom>
        </p:spPr>
      </p:pic>
      <p:sp>
        <p:nvSpPr>
          <p:cNvPr id="4" name="Shape 20276"/>
          <p:cNvSpPr/>
          <p:nvPr/>
        </p:nvSpPr>
        <p:spPr>
          <a:xfrm>
            <a:off x="8238744" y="2121408"/>
            <a:ext cx="256946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4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Deploy the pipeline</a:t>
            </a:r>
            <a:endParaRPr lang="en-US" sz="1400"/>
          </a:p>
        </p:txBody>
      </p:sp>
      <p:sp>
        <p:nvSpPr>
          <p:cNvPr id="20277" name="Shape 20277"/>
          <p:cNvSpPr/>
          <p:nvPr/>
        </p:nvSpPr>
        <p:spPr>
          <a:xfrm>
            <a:off x="8238744" y="2606040"/>
            <a:ext cx="3044952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ct val="118000"/>
              </a:lnSpc>
              <a:spcBef>
                <a:spcPts val="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One </a:t>
            </a: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Declarative Automation Bundle</a:t>
            </a: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defines the pipeline and its job</a:t>
            </a:r>
            <a:endParaRPr lang="en-US" sz="1150"/>
          </a:p>
          <a:p>
            <a:pPr marL="146304" indent="-146304" algn="l">
              <a:lnSpc>
                <a:spcPct val="118000"/>
              </a:lnSpc>
              <a:spcBef>
                <a:spcPts val="90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databricks bundle deploy</a:t>
            </a: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, then run the job</a:t>
            </a:r>
            <a:endParaRPr lang="en-US" sz="1150"/>
          </a:p>
          <a:p>
            <a:pPr marL="146304" indent="-146304" algn="l">
              <a:lnSpc>
                <a:spcPct val="118000"/>
              </a:lnSpc>
              <a:spcBef>
                <a:spcPts val="900"/>
              </a:spcBef>
              <a:buClr>
                <a:srgbClr val="FF3621"/>
              </a:buClr>
              <a:buSzPct val="100000"/>
              <a:buFont typeface="Arial"/>
              <a:buChar char="•"/>
            </a:pPr>
            <a:r>
              <a:rPr lang="en-US" sz="11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same bundle redeploys cleanly to any workspace</a:t>
            </a:r>
            <a:endParaRPr lang="en-US" sz="1150"/>
          </a:p>
        </p:txBody>
      </p:sp>
      <p:sp>
        <p:nvSpPr>
          <p:cNvPr id="20278" name="Shape 20278"/>
          <p:cNvSpPr/>
          <p:nvPr/>
        </p:nvSpPr>
        <p:spPr>
          <a:xfrm>
            <a:off x="685800" y="4864608"/>
            <a:ext cx="10817352" cy="1051560"/>
          </a:xfrm>
          <a:prstGeom prst="roundRect">
            <a:avLst>
              <a:gd name="adj" fmla="val 8696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79" name="Shape 20279"/>
          <p:cNvSpPr/>
          <p:nvPr/>
        </p:nvSpPr>
        <p:spPr>
          <a:xfrm>
            <a:off x="914400" y="4864608"/>
            <a:ext cx="10360152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Checkpoint</a:t>
            </a:r>
            <a:endParaRPr lang="en-US" sz="1200"/>
          </a:p>
          <a:p>
            <a:pPr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verify cell lists eight entity folders under </a:t>
            </a: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/Volumes/fashion_bootcamp/landing/raw_files</a:t>
            </a: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. If your metastore has no default storage, add a MANAGED LOCATION to CREATE CATALOG first.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Step 2: Bronze to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Metric Views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280" name="Shape 20280"/>
          <p:cNvSpPr/>
          <p:nvPr/>
        </p:nvSpPr>
        <p:spPr>
          <a:xfrm>
            <a:off x="685800" y="1691640"/>
            <a:ext cx="2450592" cy="144475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81" name="Shape 20281"/>
          <p:cNvSpPr/>
          <p:nvPr/>
        </p:nvSpPr>
        <p:spPr>
          <a:xfrm>
            <a:off x="868680" y="1810512"/>
            <a:ext cx="20848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BRONZE</a:t>
            </a:r>
            <a:endParaRPr lang="en-US" sz="850"/>
          </a:p>
        </p:txBody>
      </p:sp>
      <p:sp>
        <p:nvSpPr>
          <p:cNvPr id="20282" name="Shape 20282"/>
          <p:cNvSpPr/>
          <p:nvPr/>
        </p:nvSpPr>
        <p:spPr>
          <a:xfrm>
            <a:off x="868680" y="2029968"/>
            <a:ext cx="20848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As received</a:t>
            </a:r>
            <a:endParaRPr lang="en-US" sz="1350"/>
          </a:p>
        </p:txBody>
      </p:sp>
      <p:sp>
        <p:nvSpPr>
          <p:cNvPr id="20283" name="Shape 20283"/>
          <p:cNvSpPr/>
          <p:nvPr/>
        </p:nvSpPr>
        <p:spPr>
          <a:xfrm>
            <a:off x="868680" y="2359152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Every column kept as a string, plus _source_file and _ingest_ts for lineage.</a:t>
            </a:r>
            <a:endParaRPr lang="en-US" sz="1000"/>
          </a:p>
        </p:txBody>
      </p:sp>
      <p:cxnSp>
        <p:nvCxnSpPr>
          <p:cNvPr id="20284" name="Arrow 20284"/>
          <p:cNvCxnSpPr/>
          <p:nvPr/>
        </p:nvCxnSpPr>
        <p:spPr>
          <a:xfrm>
            <a:off x="3172968" y="2414016"/>
            <a:ext cx="265176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285" name="Shape 20285"/>
          <p:cNvSpPr/>
          <p:nvPr/>
        </p:nvSpPr>
        <p:spPr>
          <a:xfrm>
            <a:off x="3474720" y="1691640"/>
            <a:ext cx="2450592" cy="144475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86" name="Shape 20286"/>
          <p:cNvSpPr/>
          <p:nvPr/>
        </p:nvSpPr>
        <p:spPr>
          <a:xfrm>
            <a:off x="3657600" y="1810512"/>
            <a:ext cx="20848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SILVER</a:t>
            </a:r>
            <a:endParaRPr lang="en-US" sz="850"/>
          </a:p>
        </p:txBody>
      </p:sp>
      <p:sp>
        <p:nvSpPr>
          <p:cNvPr id="20287" name="Shape 20287"/>
          <p:cNvSpPr/>
          <p:nvPr/>
        </p:nvSpPr>
        <p:spPr>
          <a:xfrm>
            <a:off x="3657600" y="2029968"/>
            <a:ext cx="20848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Cleaned</a:t>
            </a:r>
            <a:endParaRPr lang="en-US" sz="1350"/>
          </a:p>
        </p:txBody>
      </p:sp>
      <p:sp>
        <p:nvSpPr>
          <p:cNvPr id="20288" name="Shape 20288"/>
          <p:cNvSpPr/>
          <p:nvPr/>
        </p:nvSpPr>
        <p:spPr>
          <a:xfrm>
            <a:off x="3657600" y="2359152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Trimmed, typed and de-duplicated. Failed sales lines go to sales_quarantine with a reason.</a:t>
            </a:r>
            <a:endParaRPr lang="en-US" sz="1000"/>
          </a:p>
        </p:txBody>
      </p:sp>
      <p:cxnSp>
        <p:nvCxnSpPr>
          <p:cNvPr id="20289" name="Arrow 20289"/>
          <p:cNvCxnSpPr/>
          <p:nvPr/>
        </p:nvCxnSpPr>
        <p:spPr>
          <a:xfrm>
            <a:off x="5961888" y="2414016"/>
            <a:ext cx="265176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290" name="Shape 20290"/>
          <p:cNvSpPr/>
          <p:nvPr/>
        </p:nvSpPr>
        <p:spPr>
          <a:xfrm>
            <a:off x="6263640" y="1691640"/>
            <a:ext cx="2450592" cy="144475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91" name="Shape 20291"/>
          <p:cNvSpPr/>
          <p:nvPr/>
        </p:nvSpPr>
        <p:spPr>
          <a:xfrm>
            <a:off x="6446520" y="1810512"/>
            <a:ext cx="20848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GOLD</a:t>
            </a:r>
            <a:endParaRPr lang="en-US" sz="850"/>
          </a:p>
        </p:txBody>
      </p:sp>
      <p:sp>
        <p:nvSpPr>
          <p:cNvPr id="20292" name="Shape 20292"/>
          <p:cNvSpPr/>
          <p:nvPr/>
        </p:nvSpPr>
        <p:spPr>
          <a:xfrm>
            <a:off x="6446520" y="2029968"/>
            <a:ext cx="20848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Modeled</a:t>
            </a:r>
            <a:endParaRPr lang="en-US" sz="1350"/>
          </a:p>
        </p:txBody>
      </p:sp>
      <p:sp>
        <p:nvSpPr>
          <p:cNvPr id="20293" name="Shape 20293"/>
          <p:cNvSpPr/>
          <p:nvPr/>
        </p:nvSpPr>
        <p:spPr>
          <a:xfrm>
            <a:off x="6446520" y="2359152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Four facts, four dimensions, PK and FK constraints, column comments written for Genie.</a:t>
            </a:r>
            <a:endParaRPr lang="en-US" sz="1000"/>
          </a:p>
        </p:txBody>
      </p:sp>
      <p:cxnSp>
        <p:nvCxnSpPr>
          <p:cNvPr id="20294" name="Arrow 20294"/>
          <p:cNvCxnSpPr/>
          <p:nvPr/>
        </p:nvCxnSpPr>
        <p:spPr>
          <a:xfrm>
            <a:off x="8750808" y="2414016"/>
            <a:ext cx="265176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295" name="Shape 20295"/>
          <p:cNvSpPr/>
          <p:nvPr/>
        </p:nvSpPr>
        <p:spPr>
          <a:xfrm>
            <a:off x="9052560" y="1691640"/>
            <a:ext cx="2450592" cy="144475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F3621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296" name="Shape 20296"/>
          <p:cNvSpPr/>
          <p:nvPr/>
        </p:nvSpPr>
        <p:spPr>
          <a:xfrm>
            <a:off x="9235440" y="1810512"/>
            <a:ext cx="20848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METRIC VIEWS</a:t>
            </a:r>
            <a:endParaRPr lang="en-US" sz="850"/>
          </a:p>
        </p:txBody>
      </p:sp>
      <p:sp>
        <p:nvSpPr>
          <p:cNvPr id="20297" name="Shape 20297"/>
          <p:cNvSpPr/>
          <p:nvPr/>
        </p:nvSpPr>
        <p:spPr>
          <a:xfrm>
            <a:off x="9235440" y="2029968"/>
            <a:ext cx="20848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Defined once</a:t>
            </a:r>
            <a:endParaRPr lang="en-US" sz="1350"/>
          </a:p>
        </p:txBody>
      </p:sp>
      <p:sp>
        <p:nvSpPr>
          <p:cNvPr id="20298" name="Shape 20298"/>
          <p:cNvSpPr/>
          <p:nvPr/>
        </p:nvSpPr>
        <p:spPr>
          <a:xfrm>
            <a:off x="9235440" y="2359152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Net Revenue, Gross Margin, Discount Rate, Return Rate, Operating Margin.</a:t>
            </a:r>
            <a:endParaRPr lang="en-US" sz="1000"/>
          </a:p>
        </p:txBody>
      </p:sp>
      <p:sp>
        <p:nvSpPr>
          <p:cNvPr id="20299" name="Shape 20299"/>
          <p:cNvSpPr/>
          <p:nvPr/>
        </p:nvSpPr>
        <p:spPr>
          <a:xfrm>
            <a:off x="685800" y="3191256"/>
            <a:ext cx="7955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Lakeflow pipeline, built on Spark Declarative Pipelines</a:t>
            </a:r>
            <a:endParaRPr lang="en-US" sz="900"/>
          </a:p>
        </p:txBody>
      </p:sp>
      <p:sp>
        <p:nvSpPr>
          <p:cNvPr id="20300" name="Shape 20300"/>
          <p:cNvSpPr/>
          <p:nvPr/>
        </p:nvSpPr>
        <p:spPr>
          <a:xfrm>
            <a:off x="9116568" y="319125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0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Unity Catalog</a:t>
            </a:r>
            <a:endParaRPr lang="en-US" sz="900"/>
          </a:p>
        </p:txBody>
      </p:sp>
      <p:sp>
        <p:nvSpPr>
          <p:cNvPr id="20301" name="Shape 20301"/>
          <p:cNvSpPr/>
          <p:nvPr/>
        </p:nvSpPr>
        <p:spPr>
          <a:xfrm>
            <a:off x="685800" y="3529584"/>
            <a:ext cx="5029200" cy="292608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02" name="Shape 20302"/>
          <p:cNvSpPr/>
          <p:nvPr/>
        </p:nvSpPr>
        <p:spPr>
          <a:xfrm>
            <a:off x="813816" y="3529584"/>
            <a:ext cx="48554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PLANTED IN THE RAW DATA</a:t>
            </a:r>
            <a:endParaRPr lang="en-US" sz="850"/>
          </a:p>
        </p:txBody>
      </p:sp>
      <p:sp>
        <p:nvSpPr>
          <p:cNvPr id="20303" name="Shape 20303"/>
          <p:cNvSpPr/>
          <p:nvPr/>
        </p:nvSpPr>
        <p:spPr>
          <a:xfrm>
            <a:off x="5715000" y="3529584"/>
            <a:ext cx="5788152" cy="292608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04" name="Shape 20304"/>
          <p:cNvSpPr/>
          <p:nvPr/>
        </p:nvSpPr>
        <p:spPr>
          <a:xfrm>
            <a:off x="5843016" y="3529584"/>
            <a:ext cx="5614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WHAT SILVER DOES WITH IT</a:t>
            </a:r>
            <a:endParaRPr lang="en-US" sz="850"/>
          </a:p>
        </p:txBody>
      </p:sp>
      <p:sp>
        <p:nvSpPr>
          <p:cNvPr id="20305" name="Shape 20305"/>
          <p:cNvSpPr/>
          <p:nvPr/>
        </p:nvSpPr>
        <p:spPr>
          <a:xfrm>
            <a:off x="822960" y="3822192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SL003 arrives twice, an exact duplicate</a:t>
            </a:r>
            <a:endParaRPr lang="en-US" sz="1000"/>
          </a:p>
        </p:txBody>
      </p:sp>
      <p:sp>
        <p:nvSpPr>
          <p:cNvPr id="20306" name="Shape 20306"/>
          <p:cNvSpPr/>
          <p:nvPr/>
        </p:nvSpPr>
        <p:spPr>
          <a:xfrm>
            <a:off x="5852160" y="3822192"/>
            <a:ext cx="5577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Dropped: one row per sales line</a:t>
            </a:r>
            <a:endParaRPr lang="en-US" sz="1000"/>
          </a:p>
        </p:txBody>
      </p:sp>
      <p:sp>
        <p:nvSpPr>
          <p:cNvPr id="20307" name="Shape 20307"/>
          <p:cNvSpPr/>
          <p:nvPr/>
        </p:nvSpPr>
        <p:spPr>
          <a:xfrm>
            <a:off x="685800" y="4242816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08" name="Shape 20308"/>
          <p:cNvSpPr/>
          <p:nvPr/>
        </p:nvSpPr>
        <p:spPr>
          <a:xfrm>
            <a:off x="822960" y="4242816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SL011: quantity 0 and unknown customer C999</a:t>
            </a:r>
            <a:endParaRPr lang="en-US" sz="1000"/>
          </a:p>
        </p:txBody>
      </p:sp>
      <p:sp>
        <p:nvSpPr>
          <p:cNvPr id="20309" name="Shape 20309"/>
          <p:cNvSpPr/>
          <p:nvPr/>
        </p:nvSpPr>
        <p:spPr>
          <a:xfrm>
            <a:off x="5852160" y="4242816"/>
            <a:ext cx="5577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Quarantined with the reason, never silently lost</a:t>
            </a:r>
            <a:endParaRPr lang="en-US" sz="1000"/>
          </a:p>
        </p:txBody>
      </p:sp>
      <p:sp>
        <p:nvSpPr>
          <p:cNvPr id="20310" name="Shape 20310"/>
          <p:cNvSpPr/>
          <p:nvPr/>
        </p:nvSpPr>
        <p:spPr>
          <a:xfrm>
            <a:off x="685800" y="4663440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11" name="Shape 20311"/>
          <p:cNvSpPr/>
          <p:nvPr/>
        </p:nvSpPr>
        <p:spPr>
          <a:xfrm>
            <a:off x="822960" y="4663440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C005 twice: uppercase email, " Madrid ", "spain"</a:t>
            </a:r>
            <a:endParaRPr lang="en-US" sz="1000"/>
          </a:p>
        </p:txBody>
      </p:sp>
      <p:sp>
        <p:nvSpPr>
          <p:cNvPr id="20312" name="Shape 20312"/>
          <p:cNvSpPr/>
          <p:nvPr/>
        </p:nvSpPr>
        <p:spPr>
          <a:xfrm>
            <a:off x="5852160" y="4663440"/>
            <a:ext cx="5577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Latest row kept, text trimmed and cased</a:t>
            </a:r>
            <a:endParaRPr lang="en-US" sz="1000"/>
          </a:p>
        </p:txBody>
      </p:sp>
      <p:sp>
        <p:nvSpPr>
          <p:cNvPr id="20313" name="Shape 20313"/>
          <p:cNvSpPr/>
          <p:nvPr/>
        </p:nvSpPr>
        <p:spPr>
          <a:xfrm>
            <a:off x="685800" y="5084064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14" name="Shape 20314"/>
          <p:cNvSpPr/>
          <p:nvPr/>
        </p:nvSpPr>
        <p:spPr>
          <a:xfrm>
            <a:off x="822960" y="5084064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" Zara " with spaces, lowercase categories</a:t>
            </a:r>
            <a:endParaRPr lang="en-US" sz="1000"/>
          </a:p>
        </p:txBody>
      </p:sp>
      <p:sp>
        <p:nvSpPr>
          <p:cNvPr id="20315" name="Shape 20315"/>
          <p:cNvSpPr/>
          <p:nvPr/>
        </p:nvSpPr>
        <p:spPr>
          <a:xfrm>
            <a:off x="5852160" y="5084064"/>
            <a:ext cx="5577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Trimmed, categories in initcap</a:t>
            </a:r>
            <a:endParaRPr lang="en-US" sz="1000"/>
          </a:p>
        </p:txBody>
      </p:sp>
      <p:sp>
        <p:nvSpPr>
          <p:cNvPr id="20316" name="Shape 20316"/>
          <p:cNvSpPr/>
          <p:nvPr/>
        </p:nvSpPr>
        <p:spPr>
          <a:xfrm>
            <a:off x="685800" y="5504688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17" name="Shape 20317"/>
          <p:cNvSpPr/>
          <p:nvPr/>
        </p:nvSpPr>
        <p:spPr>
          <a:xfrm>
            <a:off x="822960" y="5504688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first_purchase_date written as dd/MM/yyyy</a:t>
            </a:r>
            <a:endParaRPr lang="en-US" sz="1000"/>
          </a:p>
        </p:txBody>
      </p:sp>
      <p:sp>
        <p:nvSpPr>
          <p:cNvPr id="20318" name="Shape 20318"/>
          <p:cNvSpPr/>
          <p:nvPr/>
        </p:nvSpPr>
        <p:spPr>
          <a:xfrm>
            <a:off x="5852160" y="5504688"/>
            <a:ext cx="5577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Parsed to a proper date</a:t>
            </a:r>
            <a:endParaRPr lang="en-US" sz="1000"/>
          </a:p>
        </p:txBody>
      </p:sp>
      <p:sp>
        <p:nvSpPr>
          <p:cNvPr id="20319" name="Shape 20319"/>
          <p:cNvSpPr/>
          <p:nvPr/>
        </p:nvSpPr>
        <p:spPr>
          <a:xfrm>
            <a:off x="685800" y="5925312"/>
            <a:ext cx="10817352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How It Fits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Together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320" name="Shape 20320"/>
          <p:cNvSpPr/>
          <p:nvPr/>
        </p:nvSpPr>
        <p:spPr>
          <a:xfrm>
            <a:off x="685800" y="1737360"/>
            <a:ext cx="1618488" cy="329184"/>
          </a:xfrm>
          <a:prstGeom prst="homePlate">
            <a:avLst>
              <a:gd name="adj" fmla="val 3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SOURCE</a:t>
            </a:r>
            <a:endParaRPr lang="en-US" sz="800"/>
          </a:p>
        </p:txBody>
      </p:sp>
      <p:sp>
        <p:nvSpPr>
          <p:cNvPr id="20321" name="Shape 20321"/>
          <p:cNvSpPr/>
          <p:nvPr/>
        </p:nvSpPr>
        <p:spPr>
          <a:xfrm>
            <a:off x="1367028" y="2176272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1</a:t>
            </a:r>
            <a:endParaRPr lang="en-US" sz="900"/>
          </a:p>
        </p:txBody>
      </p:sp>
      <p:sp>
        <p:nvSpPr>
          <p:cNvPr id="20322" name="Shape 20322"/>
          <p:cNvSpPr/>
          <p:nvPr/>
        </p:nvSpPr>
        <p:spPr>
          <a:xfrm>
            <a:off x="685800" y="2468880"/>
            <a:ext cx="161848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LAB STEP 1</a:t>
            </a:r>
            <a:endParaRPr lang="en-US" sz="750"/>
          </a:p>
        </p:txBody>
      </p:sp>
      <p:sp>
        <p:nvSpPr>
          <p:cNvPr id="20323" name="Shape 20323"/>
          <p:cNvSpPr/>
          <p:nvPr/>
        </p:nvSpPr>
        <p:spPr>
          <a:xfrm>
            <a:off x="685800" y="2761488"/>
            <a:ext cx="1618488" cy="261518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24" name="Shape 20324"/>
          <p:cNvSpPr/>
          <p:nvPr/>
        </p:nvSpPr>
        <p:spPr>
          <a:xfrm>
            <a:off x="1257300" y="3602736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9F7F4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CSV</a:t>
            </a:r>
            <a:endParaRPr lang="en-US" sz="900"/>
          </a:p>
        </p:txBody>
      </p:sp>
      <p:sp>
        <p:nvSpPr>
          <p:cNvPr id="20325" name="Shape 20325"/>
          <p:cNvSpPr/>
          <p:nvPr/>
        </p:nvSpPr>
        <p:spPr>
          <a:xfrm>
            <a:off x="777240" y="4151376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8 CSV files</a:t>
            </a:r>
            <a:endParaRPr lang="en-US" sz="1100"/>
          </a:p>
        </p:txBody>
      </p:sp>
      <p:sp>
        <p:nvSpPr>
          <p:cNvPr id="20326" name="Shape 20326"/>
          <p:cNvSpPr/>
          <p:nvPr/>
        </p:nvSpPr>
        <p:spPr>
          <a:xfrm>
            <a:off x="777240" y="4379976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One volume folder per entity</a:t>
            </a:r>
            <a:endParaRPr lang="en-US" sz="850"/>
          </a:p>
        </p:txBody>
      </p:sp>
      <p:cxnSp>
        <p:nvCxnSpPr>
          <p:cNvPr id="20327" name="Arrow 20327"/>
          <p:cNvCxnSpPr/>
          <p:nvPr/>
        </p:nvCxnSpPr>
        <p:spPr>
          <a:xfrm>
            <a:off x="2322576" y="4069080"/>
            <a:ext cx="184709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328" name="Shape 20328"/>
          <p:cNvSpPr/>
          <p:nvPr/>
        </p:nvSpPr>
        <p:spPr>
          <a:xfrm>
            <a:off x="2525573" y="1737360"/>
            <a:ext cx="1618488" cy="329184"/>
          </a:xfrm>
          <a:prstGeom prst="homePlate">
            <a:avLst>
              <a:gd name="adj" fmla="val 3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INGEST AND MODEL</a:t>
            </a:r>
            <a:endParaRPr lang="en-US" sz="800"/>
          </a:p>
        </p:txBody>
      </p:sp>
      <p:sp>
        <p:nvSpPr>
          <p:cNvPr id="20329" name="Shape 20329"/>
          <p:cNvSpPr/>
          <p:nvPr/>
        </p:nvSpPr>
        <p:spPr>
          <a:xfrm>
            <a:off x="3206801" y="2176272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2</a:t>
            </a:r>
            <a:endParaRPr lang="en-US" sz="900"/>
          </a:p>
        </p:txBody>
      </p:sp>
      <p:sp>
        <p:nvSpPr>
          <p:cNvPr id="20330" name="Shape 20330"/>
          <p:cNvSpPr/>
          <p:nvPr/>
        </p:nvSpPr>
        <p:spPr>
          <a:xfrm>
            <a:off x="2525573" y="2468880"/>
            <a:ext cx="161848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LAB STEP 2</a:t>
            </a:r>
            <a:endParaRPr lang="en-US" sz="750"/>
          </a:p>
        </p:txBody>
      </p:sp>
      <p:sp>
        <p:nvSpPr>
          <p:cNvPr id="20331" name="Shape 20331"/>
          <p:cNvSpPr/>
          <p:nvPr/>
        </p:nvSpPr>
        <p:spPr>
          <a:xfrm>
            <a:off x="2525573" y="2761488"/>
            <a:ext cx="1618488" cy="261518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32" name="Picture 20331" descr="spark-declarative-pipeli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073" y="3602736"/>
            <a:ext cx="475488" cy="475488"/>
          </a:xfrm>
          <a:prstGeom prst="rect">
            <a:avLst/>
          </a:prstGeom>
        </p:spPr>
      </p:pic>
      <p:sp>
        <p:nvSpPr>
          <p:cNvPr id="2" name="Shape 20332"/>
          <p:cNvSpPr/>
          <p:nvPr/>
        </p:nvSpPr>
        <p:spPr>
          <a:xfrm>
            <a:off x="2617013" y="4151376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Lakeflow pipeline</a:t>
            </a:r>
            <a:endParaRPr lang="en-US" sz="1100"/>
          </a:p>
        </p:txBody>
      </p:sp>
      <p:sp>
        <p:nvSpPr>
          <p:cNvPr id="20333" name="Shape 20333"/>
          <p:cNvSpPr/>
          <p:nvPr/>
        </p:nvSpPr>
        <p:spPr>
          <a:xfrm>
            <a:off x="2617013" y="4379976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Bronze, Silver, Gold</a:t>
            </a:r>
            <a:endParaRPr lang="en-US" sz="850"/>
          </a:p>
        </p:txBody>
      </p:sp>
      <p:cxnSp>
        <p:nvCxnSpPr>
          <p:cNvPr id="20334" name="Arrow 20334"/>
          <p:cNvCxnSpPr/>
          <p:nvPr/>
        </p:nvCxnSpPr>
        <p:spPr>
          <a:xfrm>
            <a:off x="4162349" y="4069080"/>
            <a:ext cx="184709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335" name="Shape 20335"/>
          <p:cNvSpPr/>
          <p:nvPr/>
        </p:nvSpPr>
        <p:spPr>
          <a:xfrm>
            <a:off x="4365346" y="1737360"/>
            <a:ext cx="1618488" cy="329184"/>
          </a:xfrm>
          <a:prstGeom prst="homePlate">
            <a:avLst>
              <a:gd name="adj" fmla="val 3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GOVERN AND DEFINE</a:t>
            </a:r>
            <a:endParaRPr lang="en-US" sz="800"/>
          </a:p>
        </p:txBody>
      </p:sp>
      <p:sp>
        <p:nvSpPr>
          <p:cNvPr id="20336" name="Shape 20336"/>
          <p:cNvSpPr/>
          <p:nvPr/>
        </p:nvSpPr>
        <p:spPr>
          <a:xfrm>
            <a:off x="5046574" y="2176272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3</a:t>
            </a:r>
            <a:endParaRPr lang="en-US" sz="900"/>
          </a:p>
        </p:txBody>
      </p:sp>
      <p:sp>
        <p:nvSpPr>
          <p:cNvPr id="20337" name="Shape 20337"/>
          <p:cNvSpPr/>
          <p:nvPr/>
        </p:nvSpPr>
        <p:spPr>
          <a:xfrm>
            <a:off x="4365346" y="2468880"/>
            <a:ext cx="161848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LAB STEP 3</a:t>
            </a:r>
            <a:endParaRPr lang="en-US" sz="750"/>
          </a:p>
        </p:txBody>
      </p:sp>
      <p:sp>
        <p:nvSpPr>
          <p:cNvPr id="20338" name="Shape 20338"/>
          <p:cNvSpPr/>
          <p:nvPr/>
        </p:nvSpPr>
        <p:spPr>
          <a:xfrm>
            <a:off x="4365346" y="2761488"/>
            <a:ext cx="1618488" cy="12618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39" name="Picture 20338" descr="unity-cata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846" y="2926080"/>
            <a:ext cx="475488" cy="475488"/>
          </a:xfrm>
          <a:prstGeom prst="rect">
            <a:avLst/>
          </a:prstGeom>
        </p:spPr>
      </p:pic>
      <p:sp>
        <p:nvSpPr>
          <p:cNvPr id="4" name="Shape 20339"/>
          <p:cNvSpPr/>
          <p:nvPr/>
        </p:nvSpPr>
        <p:spPr>
          <a:xfrm>
            <a:off x="4456786" y="3474720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Unity Catalog</a:t>
            </a:r>
            <a:endParaRPr lang="en-US" sz="1100"/>
          </a:p>
        </p:txBody>
      </p:sp>
      <p:sp>
        <p:nvSpPr>
          <p:cNvPr id="20340" name="Shape 20340"/>
          <p:cNvSpPr/>
          <p:nvPr/>
        </p:nvSpPr>
        <p:spPr>
          <a:xfrm>
            <a:off x="4456786" y="3703320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Row filters, column masks</a:t>
            </a:r>
            <a:endParaRPr lang="en-US" sz="850"/>
          </a:p>
        </p:txBody>
      </p:sp>
      <p:sp>
        <p:nvSpPr>
          <p:cNvPr id="20341" name="Shape 20341"/>
          <p:cNvSpPr/>
          <p:nvPr/>
        </p:nvSpPr>
        <p:spPr>
          <a:xfrm>
            <a:off x="4365346" y="4114800"/>
            <a:ext cx="1618488" cy="12618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42" name="Picture 20341" descr="unity-catalog-semant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846" y="4279392"/>
            <a:ext cx="475488" cy="475488"/>
          </a:xfrm>
          <a:prstGeom prst="rect">
            <a:avLst/>
          </a:prstGeom>
        </p:spPr>
      </p:pic>
      <p:sp>
        <p:nvSpPr>
          <p:cNvPr id="8" name="Shape 20342"/>
          <p:cNvSpPr/>
          <p:nvPr/>
        </p:nvSpPr>
        <p:spPr>
          <a:xfrm>
            <a:off x="4456786" y="4828032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Metric views</a:t>
            </a:r>
            <a:endParaRPr lang="en-US" sz="1100"/>
          </a:p>
        </p:txBody>
      </p:sp>
      <p:sp>
        <p:nvSpPr>
          <p:cNvPr id="20343" name="Shape 20343"/>
          <p:cNvSpPr/>
          <p:nvPr/>
        </p:nvSpPr>
        <p:spPr>
          <a:xfrm>
            <a:off x="4456786" y="5056632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Five certified metrics</a:t>
            </a:r>
            <a:endParaRPr lang="en-US" sz="850"/>
          </a:p>
        </p:txBody>
      </p:sp>
      <p:cxnSp>
        <p:nvCxnSpPr>
          <p:cNvPr id="20344" name="Arrow 20344"/>
          <p:cNvCxnSpPr/>
          <p:nvPr/>
        </p:nvCxnSpPr>
        <p:spPr>
          <a:xfrm>
            <a:off x="6002122" y="4069080"/>
            <a:ext cx="184709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345" name="Shape 20345"/>
          <p:cNvSpPr/>
          <p:nvPr/>
        </p:nvSpPr>
        <p:spPr>
          <a:xfrm>
            <a:off x="6205118" y="1737360"/>
            <a:ext cx="1618488" cy="329184"/>
          </a:xfrm>
          <a:prstGeom prst="homePlate">
            <a:avLst>
              <a:gd name="adj" fmla="val 3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CONTEXT</a:t>
            </a:r>
            <a:endParaRPr lang="en-US" sz="800"/>
          </a:p>
        </p:txBody>
      </p:sp>
      <p:sp>
        <p:nvSpPr>
          <p:cNvPr id="20346" name="Shape 20346"/>
          <p:cNvSpPr/>
          <p:nvPr/>
        </p:nvSpPr>
        <p:spPr>
          <a:xfrm>
            <a:off x="6886346" y="2176272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5</a:t>
            </a:r>
            <a:endParaRPr lang="en-US" sz="900"/>
          </a:p>
        </p:txBody>
      </p:sp>
      <p:sp>
        <p:nvSpPr>
          <p:cNvPr id="20347" name="Shape 20347"/>
          <p:cNvSpPr/>
          <p:nvPr/>
        </p:nvSpPr>
        <p:spPr>
          <a:xfrm>
            <a:off x="6205118" y="2468880"/>
            <a:ext cx="161848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LAB STEP 5</a:t>
            </a:r>
            <a:endParaRPr lang="en-US" sz="750"/>
          </a:p>
        </p:txBody>
      </p:sp>
      <p:sp>
        <p:nvSpPr>
          <p:cNvPr id="20348" name="Shape 20348"/>
          <p:cNvSpPr/>
          <p:nvPr/>
        </p:nvSpPr>
        <p:spPr>
          <a:xfrm>
            <a:off x="6205118" y="2761488"/>
            <a:ext cx="1618488" cy="12618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49" name="Picture 20348" descr="unity-catalog-semant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618" y="2926080"/>
            <a:ext cx="475488" cy="475488"/>
          </a:xfrm>
          <a:prstGeom prst="rect">
            <a:avLst/>
          </a:prstGeom>
        </p:spPr>
      </p:pic>
      <p:sp>
        <p:nvSpPr>
          <p:cNvPr id="9" name="Shape 20349"/>
          <p:cNvSpPr/>
          <p:nvPr/>
        </p:nvSpPr>
        <p:spPr>
          <a:xfrm>
            <a:off x="6296558" y="3474720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Domains</a:t>
            </a:r>
            <a:endParaRPr lang="en-US" sz="1100"/>
          </a:p>
        </p:txBody>
      </p:sp>
      <p:sp>
        <p:nvSpPr>
          <p:cNvPr id="20350" name="Shape 20350"/>
          <p:cNvSpPr/>
          <p:nvPr/>
        </p:nvSpPr>
        <p:spPr>
          <a:xfrm>
            <a:off x="6296558" y="3703320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Business-aligned scope</a:t>
            </a:r>
            <a:endParaRPr lang="en-US" sz="850"/>
          </a:p>
        </p:txBody>
      </p:sp>
      <p:sp>
        <p:nvSpPr>
          <p:cNvPr id="20351" name="Shape 20351"/>
          <p:cNvSpPr/>
          <p:nvPr/>
        </p:nvSpPr>
        <p:spPr>
          <a:xfrm>
            <a:off x="6205118" y="4114800"/>
            <a:ext cx="1618488" cy="12618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52" name="Picture 20351" descr="ai-b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6618" y="4279392"/>
            <a:ext cx="475488" cy="475488"/>
          </a:xfrm>
          <a:prstGeom prst="rect">
            <a:avLst/>
          </a:prstGeom>
        </p:spPr>
      </p:pic>
      <p:sp>
        <p:nvSpPr>
          <p:cNvPr id="10" name="Shape 20352"/>
          <p:cNvSpPr/>
          <p:nvPr/>
        </p:nvSpPr>
        <p:spPr>
          <a:xfrm>
            <a:off x="6296558" y="4828032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Pages</a:t>
            </a:r>
            <a:endParaRPr lang="en-US" sz="1100"/>
          </a:p>
        </p:txBody>
      </p:sp>
      <p:sp>
        <p:nvSpPr>
          <p:cNvPr id="20353" name="Shape 20353"/>
          <p:cNvSpPr/>
          <p:nvPr/>
        </p:nvSpPr>
        <p:spPr>
          <a:xfrm>
            <a:off x="6296558" y="5056632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Terms, owners, linked assets</a:t>
            </a:r>
            <a:endParaRPr lang="en-US" sz="850"/>
          </a:p>
        </p:txBody>
      </p:sp>
      <p:cxnSp>
        <p:nvCxnSpPr>
          <p:cNvPr id="20354" name="Arrow 20354"/>
          <p:cNvCxnSpPr/>
          <p:nvPr/>
        </p:nvCxnSpPr>
        <p:spPr>
          <a:xfrm>
            <a:off x="7841894" y="4069080"/>
            <a:ext cx="184709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355" name="Shape 20355"/>
          <p:cNvSpPr/>
          <p:nvPr/>
        </p:nvSpPr>
        <p:spPr>
          <a:xfrm>
            <a:off x="8044891" y="1737360"/>
            <a:ext cx="1618488" cy="329184"/>
          </a:xfrm>
          <a:prstGeom prst="homePlate">
            <a:avLst>
              <a:gd name="adj" fmla="val 3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ANSWER</a:t>
            </a:r>
            <a:endParaRPr lang="en-US" sz="800"/>
          </a:p>
        </p:txBody>
      </p:sp>
      <p:sp>
        <p:nvSpPr>
          <p:cNvPr id="20356" name="Shape 20356"/>
          <p:cNvSpPr/>
          <p:nvPr/>
        </p:nvSpPr>
        <p:spPr>
          <a:xfrm>
            <a:off x="8726119" y="2176272"/>
            <a:ext cx="256032" cy="25603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4</a:t>
            </a:r>
            <a:endParaRPr lang="en-US" sz="900"/>
          </a:p>
        </p:txBody>
      </p:sp>
      <p:sp>
        <p:nvSpPr>
          <p:cNvPr id="20357" name="Shape 20357"/>
          <p:cNvSpPr/>
          <p:nvPr/>
        </p:nvSpPr>
        <p:spPr>
          <a:xfrm>
            <a:off x="8044891" y="2468880"/>
            <a:ext cx="161848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LAB STEP 4</a:t>
            </a:r>
            <a:endParaRPr lang="en-US" sz="750"/>
          </a:p>
        </p:txBody>
      </p:sp>
      <p:sp>
        <p:nvSpPr>
          <p:cNvPr id="20358" name="Shape 20358"/>
          <p:cNvSpPr/>
          <p:nvPr/>
        </p:nvSpPr>
        <p:spPr>
          <a:xfrm>
            <a:off x="8044891" y="2761488"/>
            <a:ext cx="1618488" cy="12618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59" name="Picture 20358" descr="genie-agen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6391" y="2926080"/>
            <a:ext cx="475488" cy="475488"/>
          </a:xfrm>
          <a:prstGeom prst="rect">
            <a:avLst/>
          </a:prstGeom>
        </p:spPr>
      </p:pic>
      <p:sp>
        <p:nvSpPr>
          <p:cNvPr id="11" name="Shape 20359"/>
          <p:cNvSpPr/>
          <p:nvPr/>
        </p:nvSpPr>
        <p:spPr>
          <a:xfrm>
            <a:off x="8136331" y="3474720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Agent</a:t>
            </a:r>
            <a:endParaRPr lang="en-US" sz="1100"/>
          </a:p>
        </p:txBody>
      </p:sp>
      <p:sp>
        <p:nvSpPr>
          <p:cNvPr id="20360" name="Shape 20360"/>
          <p:cNvSpPr/>
          <p:nvPr/>
        </p:nvSpPr>
        <p:spPr>
          <a:xfrm>
            <a:off x="8136331" y="3703320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Curated, benchmarked</a:t>
            </a:r>
            <a:endParaRPr lang="en-US" sz="850"/>
          </a:p>
        </p:txBody>
      </p:sp>
      <p:sp>
        <p:nvSpPr>
          <p:cNvPr id="20361" name="Shape 20361"/>
          <p:cNvSpPr/>
          <p:nvPr/>
        </p:nvSpPr>
        <p:spPr>
          <a:xfrm>
            <a:off x="8044891" y="4114800"/>
            <a:ext cx="1618488" cy="12618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62" name="Picture 20361" descr="sql-warehou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6391" y="4279392"/>
            <a:ext cx="475488" cy="475488"/>
          </a:xfrm>
          <a:prstGeom prst="rect">
            <a:avLst/>
          </a:prstGeom>
        </p:spPr>
      </p:pic>
      <p:sp>
        <p:nvSpPr>
          <p:cNvPr id="12" name="Shape 20362"/>
          <p:cNvSpPr/>
          <p:nvPr/>
        </p:nvSpPr>
        <p:spPr>
          <a:xfrm>
            <a:off x="8136331" y="4828032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SQL warehouse</a:t>
            </a:r>
            <a:endParaRPr lang="en-US" sz="1100"/>
          </a:p>
        </p:txBody>
      </p:sp>
      <p:sp>
        <p:nvSpPr>
          <p:cNvPr id="20363" name="Shape 20363"/>
          <p:cNvSpPr/>
          <p:nvPr/>
        </p:nvSpPr>
        <p:spPr>
          <a:xfrm>
            <a:off x="8136331" y="5056632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Runs as the signed-in user</a:t>
            </a:r>
            <a:endParaRPr lang="en-US" sz="850"/>
          </a:p>
        </p:txBody>
      </p:sp>
      <p:cxnSp>
        <p:nvCxnSpPr>
          <p:cNvPr id="20364" name="Arrow 20364"/>
          <p:cNvCxnSpPr/>
          <p:nvPr/>
        </p:nvCxnSpPr>
        <p:spPr>
          <a:xfrm>
            <a:off x="9681667" y="4069080"/>
            <a:ext cx="184709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365" name="Shape 20365"/>
          <p:cNvSpPr/>
          <p:nvPr/>
        </p:nvSpPr>
        <p:spPr>
          <a:xfrm>
            <a:off x="9884664" y="1737360"/>
            <a:ext cx="1618488" cy="329184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1" kern="0" spc="4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CONSUME</a:t>
            </a:r>
            <a:endParaRPr lang="en-US" sz="800"/>
          </a:p>
        </p:txBody>
      </p:sp>
      <p:sp>
        <p:nvSpPr>
          <p:cNvPr id="20366" name="Shape 20366"/>
          <p:cNvSpPr/>
          <p:nvPr/>
        </p:nvSpPr>
        <p:spPr>
          <a:xfrm>
            <a:off x="9884664" y="2761488"/>
            <a:ext cx="1618488" cy="12618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67" name="Picture 20366" descr="genie-o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56164" y="2926080"/>
            <a:ext cx="475488" cy="475488"/>
          </a:xfrm>
          <a:prstGeom prst="rect">
            <a:avLst/>
          </a:prstGeom>
        </p:spPr>
      </p:pic>
      <p:sp>
        <p:nvSpPr>
          <p:cNvPr id="13" name="Shape 20367"/>
          <p:cNvSpPr/>
          <p:nvPr/>
        </p:nvSpPr>
        <p:spPr>
          <a:xfrm>
            <a:off x="9976104" y="3474720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One</a:t>
            </a:r>
            <a:endParaRPr lang="en-US" sz="1100"/>
          </a:p>
        </p:txBody>
      </p:sp>
      <p:sp>
        <p:nvSpPr>
          <p:cNvPr id="20368" name="Shape 20368"/>
          <p:cNvSpPr/>
          <p:nvPr/>
        </p:nvSpPr>
        <p:spPr>
          <a:xfrm>
            <a:off x="9976104" y="3703320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Business users</a:t>
            </a:r>
            <a:endParaRPr lang="en-US" sz="850"/>
          </a:p>
        </p:txBody>
      </p:sp>
      <p:sp>
        <p:nvSpPr>
          <p:cNvPr id="20369" name="Shape 20369"/>
          <p:cNvSpPr/>
          <p:nvPr/>
        </p:nvSpPr>
        <p:spPr>
          <a:xfrm>
            <a:off x="9884664" y="4114800"/>
            <a:ext cx="1618488" cy="12618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370" name="Picture 20369" descr="databricks-app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6164" y="4279392"/>
            <a:ext cx="475488" cy="475488"/>
          </a:xfrm>
          <a:prstGeom prst="rect">
            <a:avLst/>
          </a:prstGeom>
        </p:spPr>
      </p:pic>
      <p:sp>
        <p:nvSpPr>
          <p:cNvPr id="14" name="Shape 20370"/>
          <p:cNvSpPr/>
          <p:nvPr/>
        </p:nvSpPr>
        <p:spPr>
          <a:xfrm>
            <a:off x="9976104" y="4828032"/>
            <a:ext cx="1435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Any agent</a:t>
            </a:r>
            <a:endParaRPr lang="en-US" sz="1100"/>
          </a:p>
        </p:txBody>
      </p:sp>
      <p:sp>
        <p:nvSpPr>
          <p:cNvPr id="20371" name="Shape 20371"/>
          <p:cNvSpPr/>
          <p:nvPr/>
        </p:nvSpPr>
        <p:spPr>
          <a:xfrm>
            <a:off x="9976104" y="5056632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Through Genie MCP</a:t>
            </a:r>
            <a:endParaRPr lang="en-US" sz="850"/>
          </a:p>
        </p:txBody>
      </p:sp>
      <p:sp>
        <p:nvSpPr>
          <p:cNvPr id="20372" name="Shape 20372"/>
          <p:cNvSpPr/>
          <p:nvPr/>
        </p:nvSpPr>
        <p:spPr>
          <a:xfrm>
            <a:off x="685800" y="5522976"/>
            <a:ext cx="10817352" cy="457200"/>
          </a:xfrm>
          <a:prstGeom prst="roundRect">
            <a:avLst>
              <a:gd name="adj" fmla="val 8696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73" name="Shape 20373"/>
          <p:cNvSpPr/>
          <p:nvPr/>
        </p:nvSpPr>
        <p:spPr>
          <a:xfrm>
            <a:off x="914400" y="5522976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endParaRPr lang="en-US" sz="1200"/>
          </a:p>
          <a:p>
            <a:pPr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One pipeline, one agent, many answers:</a:t>
            </a: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what each person sees is decided by Unity Catalog at query time, not by the agent.</a:t>
            </a:r>
            <a:endParaRPr lang="en-US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Step 3: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Governance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374" name="Shape 20374"/>
          <p:cNvSpPr/>
          <p:nvPr/>
        </p:nvSpPr>
        <p:spPr>
          <a:xfrm>
            <a:off x="685800" y="164592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Genie runs every query as the signed-in user, so the Unity Catalog policies set here shape every Genie answer.</a:t>
            </a:r>
            <a:endParaRPr lang="en-US" sz="1200"/>
          </a:p>
        </p:txBody>
      </p:sp>
      <p:sp>
        <p:nvSpPr>
          <p:cNvPr id="20375" name="Shape 20375"/>
          <p:cNvSpPr/>
          <p:nvPr/>
        </p:nvSpPr>
        <p:spPr>
          <a:xfrm>
            <a:off x="685800" y="2121408"/>
            <a:ext cx="2331720" cy="310896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76" name="Shape 20376"/>
          <p:cNvSpPr/>
          <p:nvPr/>
        </p:nvSpPr>
        <p:spPr>
          <a:xfrm>
            <a:off x="813816" y="2121408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PERSONA</a:t>
            </a:r>
            <a:endParaRPr lang="en-US" sz="850"/>
          </a:p>
        </p:txBody>
      </p:sp>
      <p:sp>
        <p:nvSpPr>
          <p:cNvPr id="20377" name="Shape 20377"/>
          <p:cNvSpPr/>
          <p:nvPr/>
        </p:nvSpPr>
        <p:spPr>
          <a:xfrm>
            <a:off x="3017520" y="2121408"/>
            <a:ext cx="3017520" cy="310896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78" name="Shape 20378"/>
          <p:cNvSpPr/>
          <p:nvPr/>
        </p:nvSpPr>
        <p:spPr>
          <a:xfrm>
            <a:off x="3145536" y="2121408"/>
            <a:ext cx="2843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ROWS THEY SEE</a:t>
            </a:r>
            <a:endParaRPr lang="en-US" sz="850"/>
          </a:p>
        </p:txBody>
      </p:sp>
      <p:sp>
        <p:nvSpPr>
          <p:cNvPr id="20379" name="Shape 20379"/>
          <p:cNvSpPr/>
          <p:nvPr/>
        </p:nvSpPr>
        <p:spPr>
          <a:xfrm>
            <a:off x="822960" y="243230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anna.analyst</a:t>
            </a:r>
            <a:endParaRPr lang="en-US" sz="1000"/>
          </a:p>
        </p:txBody>
      </p:sp>
      <p:sp>
        <p:nvSpPr>
          <p:cNvPr id="20380" name="Shape 20380"/>
          <p:cNvSpPr/>
          <p:nvPr/>
        </p:nvSpPr>
        <p:spPr>
          <a:xfrm>
            <a:off x="3154680" y="2432304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Western Europe</a:t>
            </a:r>
            <a:endParaRPr lang="en-US" sz="1050"/>
          </a:p>
        </p:txBody>
      </p:sp>
      <p:sp>
        <p:nvSpPr>
          <p:cNvPr id="20381" name="Shape 20381"/>
          <p:cNvSpPr/>
          <p:nvPr/>
        </p:nvSpPr>
        <p:spPr>
          <a:xfrm>
            <a:off x="685800" y="2843784"/>
            <a:ext cx="534924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82" name="Shape 20382"/>
          <p:cNvSpPr/>
          <p:nvPr/>
        </p:nvSpPr>
        <p:spPr>
          <a:xfrm>
            <a:off x="822960" y="284378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marco.analyst</a:t>
            </a:r>
            <a:endParaRPr lang="en-US" sz="1000"/>
          </a:p>
        </p:txBody>
      </p:sp>
      <p:sp>
        <p:nvSpPr>
          <p:cNvPr id="20383" name="Shape 20383"/>
          <p:cNvSpPr/>
          <p:nvPr/>
        </p:nvSpPr>
        <p:spPr>
          <a:xfrm>
            <a:off x="3154680" y="2843784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Southern Europe</a:t>
            </a:r>
            <a:endParaRPr lang="en-US" sz="1050"/>
          </a:p>
        </p:txBody>
      </p:sp>
      <p:sp>
        <p:nvSpPr>
          <p:cNvPr id="20384" name="Shape 20384"/>
          <p:cNvSpPr/>
          <p:nvPr/>
        </p:nvSpPr>
        <p:spPr>
          <a:xfrm>
            <a:off x="685800" y="3255264"/>
            <a:ext cx="534924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85" name="Shape 20385"/>
          <p:cNvSpPr/>
          <p:nvPr/>
        </p:nvSpPr>
        <p:spPr>
          <a:xfrm>
            <a:off x="822960" y="325526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erik.analyst</a:t>
            </a:r>
            <a:endParaRPr lang="en-US" sz="1000"/>
          </a:p>
        </p:txBody>
      </p:sp>
      <p:sp>
        <p:nvSpPr>
          <p:cNvPr id="20386" name="Shape 20386"/>
          <p:cNvSpPr/>
          <p:nvPr/>
        </p:nvSpPr>
        <p:spPr>
          <a:xfrm>
            <a:off x="3154680" y="3255264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Northern Europe</a:t>
            </a:r>
            <a:endParaRPr lang="en-US" sz="1050"/>
          </a:p>
        </p:txBody>
      </p:sp>
      <p:sp>
        <p:nvSpPr>
          <p:cNvPr id="20387" name="Shape 20387"/>
          <p:cNvSpPr/>
          <p:nvPr/>
        </p:nvSpPr>
        <p:spPr>
          <a:xfrm>
            <a:off x="685800" y="3666744"/>
            <a:ext cx="534924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88" name="Shape 20388"/>
          <p:cNvSpPr/>
          <p:nvPr/>
        </p:nvSpPr>
        <p:spPr>
          <a:xfrm>
            <a:off x="822960" y="366674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lena.analyst</a:t>
            </a:r>
            <a:endParaRPr lang="en-US" sz="1000"/>
          </a:p>
        </p:txBody>
      </p:sp>
      <p:sp>
        <p:nvSpPr>
          <p:cNvPr id="20389" name="Shape 20389"/>
          <p:cNvSpPr/>
          <p:nvPr/>
        </p:nvSpPr>
        <p:spPr>
          <a:xfrm>
            <a:off x="3154680" y="3666744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Central Europe</a:t>
            </a:r>
            <a:endParaRPr lang="en-US" sz="1050"/>
          </a:p>
        </p:txBody>
      </p:sp>
      <p:sp>
        <p:nvSpPr>
          <p:cNvPr id="20390" name="Shape 20390"/>
          <p:cNvSpPr/>
          <p:nvPr/>
        </p:nvSpPr>
        <p:spPr>
          <a:xfrm>
            <a:off x="685800" y="4078224"/>
            <a:ext cx="534924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91" name="Shape 20391"/>
          <p:cNvSpPr/>
          <p:nvPr/>
        </p:nvSpPr>
        <p:spPr>
          <a:xfrm>
            <a:off x="822960" y="407822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piotr.analyst</a:t>
            </a:r>
            <a:endParaRPr lang="en-US" sz="1000"/>
          </a:p>
        </p:txBody>
      </p:sp>
      <p:sp>
        <p:nvSpPr>
          <p:cNvPr id="20392" name="Shape 20392"/>
          <p:cNvSpPr/>
          <p:nvPr/>
        </p:nvSpPr>
        <p:spPr>
          <a:xfrm>
            <a:off x="3154680" y="4078224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Eastern Europe</a:t>
            </a:r>
            <a:endParaRPr lang="en-US" sz="1050"/>
          </a:p>
        </p:txBody>
      </p:sp>
      <p:sp>
        <p:nvSpPr>
          <p:cNvPr id="20393" name="Shape 20393"/>
          <p:cNvSpPr/>
          <p:nvPr/>
        </p:nvSpPr>
        <p:spPr>
          <a:xfrm>
            <a:off x="685800" y="4489704"/>
            <a:ext cx="534924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94" name="Shape 20394"/>
          <p:cNvSpPr/>
          <p:nvPr/>
        </p:nvSpPr>
        <p:spPr>
          <a:xfrm>
            <a:off x="822960" y="448970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claire.manager</a:t>
            </a:r>
            <a:endParaRPr lang="en-US" sz="1000"/>
          </a:p>
        </p:txBody>
      </p:sp>
      <p:sp>
        <p:nvSpPr>
          <p:cNvPr id="20395" name="Shape 20395"/>
          <p:cNvSpPr/>
          <p:nvPr/>
        </p:nvSpPr>
        <p:spPr>
          <a:xfrm>
            <a:off x="3154680" y="4489704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ALL regions</a:t>
            </a:r>
            <a:endParaRPr lang="en-US" sz="1050"/>
          </a:p>
        </p:txBody>
      </p:sp>
      <p:sp>
        <p:nvSpPr>
          <p:cNvPr id="20396" name="Shape 20396"/>
          <p:cNvSpPr/>
          <p:nvPr/>
        </p:nvSpPr>
        <p:spPr>
          <a:xfrm>
            <a:off x="685800" y="4901184"/>
            <a:ext cx="534924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397" name="Shape 20397"/>
          <p:cNvSpPr/>
          <p:nvPr/>
        </p:nvSpPr>
        <p:spPr>
          <a:xfrm>
            <a:off x="822960" y="490118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You, the presenter</a:t>
            </a:r>
            <a:endParaRPr lang="en-US" sz="1000"/>
          </a:p>
        </p:txBody>
      </p:sp>
      <p:sp>
        <p:nvSpPr>
          <p:cNvPr id="20398" name="Shape 20398"/>
          <p:cNvSpPr/>
          <p:nvPr/>
        </p:nvSpPr>
        <p:spPr>
          <a:xfrm>
            <a:off x="3154680" y="4901184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Southern Europe, switched to ALL live</a:t>
            </a:r>
            <a:endParaRPr lang="en-US" sz="1050"/>
          </a:p>
        </p:txBody>
      </p:sp>
      <p:sp>
        <p:nvSpPr>
          <p:cNvPr id="20399" name="Shape 20399"/>
          <p:cNvSpPr/>
          <p:nvPr/>
        </p:nvSpPr>
        <p:spPr>
          <a:xfrm>
            <a:off x="685800" y="5312664"/>
            <a:ext cx="5349240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00" name="Shape 20400"/>
          <p:cNvSpPr/>
          <p:nvPr/>
        </p:nvSpPr>
        <p:spPr>
          <a:xfrm>
            <a:off x="6263640" y="2121408"/>
            <a:ext cx="5239512" cy="100584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01" name="Shape 20401"/>
          <p:cNvSpPr/>
          <p:nvPr/>
        </p:nvSpPr>
        <p:spPr>
          <a:xfrm>
            <a:off x="6464808" y="2231136"/>
            <a:ext cx="48371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Row filters</a:t>
            </a:r>
            <a:endParaRPr lang="en-US" sz="1250"/>
          </a:p>
        </p:txBody>
      </p:sp>
      <p:sp>
        <p:nvSpPr>
          <p:cNvPr id="20402" name="Shape 20402"/>
          <p:cNvSpPr/>
          <p:nvPr/>
        </p:nvSpPr>
        <p:spPr>
          <a:xfrm>
            <a:off x="6464808" y="2505456"/>
            <a:ext cx="483717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has_region_access</a:t>
            </a: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on dim_customer and dim_store. </a:t>
            </a:r>
            <a:r>
              <a:rPr lang="en-US" sz="98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store_row_filter</a:t>
            </a: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on fact_sales, fact_returns and fact_finance, through the store's region.</a:t>
            </a:r>
            <a:endParaRPr lang="en-US" sz="980"/>
          </a:p>
        </p:txBody>
      </p:sp>
      <p:sp>
        <p:nvSpPr>
          <p:cNvPr id="20403" name="Shape 20403"/>
          <p:cNvSpPr/>
          <p:nvPr/>
        </p:nvSpPr>
        <p:spPr>
          <a:xfrm>
            <a:off x="6263640" y="3218688"/>
            <a:ext cx="5239512" cy="100584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04" name="Shape 20404"/>
          <p:cNvSpPr/>
          <p:nvPr/>
        </p:nvSpPr>
        <p:spPr>
          <a:xfrm>
            <a:off x="6464808" y="3328416"/>
            <a:ext cx="48371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Column masks</a:t>
            </a:r>
            <a:endParaRPr lang="en-US" sz="1250"/>
          </a:p>
        </p:txBody>
      </p:sp>
      <p:sp>
        <p:nvSpPr>
          <p:cNvPr id="20405" name="Shape 20405"/>
          <p:cNvSpPr/>
          <p:nvPr/>
        </p:nvSpPr>
        <p:spPr>
          <a:xfrm>
            <a:off x="6464808" y="3602736"/>
            <a:ext cx="483717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Names and emails keep only their first letter, phones the last three digits, dates of birth the year. Unmasked only for pii_readers in their own regions.</a:t>
            </a:r>
            <a:endParaRPr lang="en-US" sz="980"/>
          </a:p>
        </p:txBody>
      </p:sp>
      <p:sp>
        <p:nvSpPr>
          <p:cNvPr id="20406" name="Shape 20406"/>
          <p:cNvSpPr/>
          <p:nvPr/>
        </p:nvSpPr>
        <p:spPr>
          <a:xfrm>
            <a:off x="6263640" y="4315968"/>
            <a:ext cx="5239512" cy="100584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07" name="Shape 20407"/>
          <p:cNvSpPr/>
          <p:nvPr/>
        </p:nvSpPr>
        <p:spPr>
          <a:xfrm>
            <a:off x="6464808" y="4425696"/>
            <a:ext cx="48371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Groups and grants</a:t>
            </a:r>
            <a:endParaRPr lang="en-US" sz="1250"/>
          </a:p>
        </p:txBody>
      </p:sp>
      <p:sp>
        <p:nvSpPr>
          <p:cNvPr id="20408" name="Shape 20408"/>
          <p:cNvSpPr/>
          <p:nvPr/>
        </p:nvSpPr>
        <p:spPr>
          <a:xfrm>
            <a:off x="6464808" y="4700016"/>
            <a:ext cx="483717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bootcamp_admins see everything. Analysts read Gold only. Engineers read Bronze to Gold, so keep that group small: Bronze holds raw PII.</a:t>
            </a:r>
            <a:endParaRPr lang="en-US" sz="980"/>
          </a:p>
        </p:txBody>
      </p:sp>
      <p:sp>
        <p:nvSpPr>
          <p:cNvPr id="20409" name="Shape 20409"/>
          <p:cNvSpPr/>
          <p:nvPr/>
        </p:nvSpPr>
        <p:spPr>
          <a:xfrm>
            <a:off x="685800" y="5413248"/>
            <a:ext cx="10817352" cy="502920"/>
          </a:xfrm>
          <a:prstGeom prst="roundRect">
            <a:avLst>
              <a:gd name="adj" fmla="val 8696"/>
            </a:avLst>
          </a:prstGeom>
          <a:solidFill>
            <a:srgbClr val="FFF1E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10" name="Shape 20410"/>
          <p:cNvSpPr/>
          <p:nvPr/>
        </p:nvSpPr>
        <p:spPr>
          <a:xfrm>
            <a:off x="914400" y="5413248"/>
            <a:ext cx="1036015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endParaRPr lang="en-US" sz="1200"/>
          </a:p>
          <a:p>
            <a:pPr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Test as a non-admin:</a:t>
            </a: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admins bypass the filters, so nothing looks different. Re-running notebook 03 recreates the tables and drops the policies; run notebook 04 again.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Step 4: The Genie Agent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Manifest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16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411" name="Shape 20411"/>
          <p:cNvSpPr/>
          <p:nvPr/>
        </p:nvSpPr>
        <p:spPr>
          <a:xfrm>
            <a:off x="685800" y="164592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agent is configuration, so keep it as a manifest in the repo and review every change like code.</a:t>
            </a:r>
            <a:endParaRPr lang="en-US" sz="1200"/>
          </a:p>
        </p:txBody>
      </p:sp>
      <p:sp>
        <p:nvSpPr>
          <p:cNvPr id="20412" name="Shape 20412"/>
          <p:cNvSpPr/>
          <p:nvPr/>
        </p:nvSpPr>
        <p:spPr>
          <a:xfrm>
            <a:off x="685800" y="2121408"/>
            <a:ext cx="3200400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13" name="Shape 20413"/>
          <p:cNvSpPr/>
          <p:nvPr/>
        </p:nvSpPr>
        <p:spPr>
          <a:xfrm>
            <a:off x="868680" y="22402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01</a:t>
            </a:r>
            <a:endParaRPr lang="en-US" sz="1000"/>
          </a:p>
        </p:txBody>
      </p:sp>
      <p:sp>
        <p:nvSpPr>
          <p:cNvPr id="20414" name="Shape 20414"/>
          <p:cNvSpPr/>
          <p:nvPr/>
        </p:nvSpPr>
        <p:spPr>
          <a:xfrm>
            <a:off x="1252728" y="220370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Instructions</a:t>
            </a:r>
            <a:endParaRPr lang="en-US" sz="1250"/>
          </a:p>
        </p:txBody>
      </p:sp>
      <p:sp>
        <p:nvSpPr>
          <p:cNvPr id="20415" name="Shape 20415"/>
          <p:cNvSpPr/>
          <p:nvPr/>
        </p:nvSpPr>
        <p:spPr>
          <a:xfrm>
            <a:off x="868680" y="2505456"/>
            <a:ext cx="283464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Business rules in plain text: revenue means Net Revenue, store region for sales. Written last, kept short.</a:t>
            </a:r>
            <a:endParaRPr lang="en-US" sz="980"/>
          </a:p>
        </p:txBody>
      </p:sp>
      <p:sp>
        <p:nvSpPr>
          <p:cNvPr id="20416" name="Shape 20416"/>
          <p:cNvSpPr/>
          <p:nvPr/>
        </p:nvSpPr>
        <p:spPr>
          <a:xfrm>
            <a:off x="4050792" y="2121408"/>
            <a:ext cx="3200400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17" name="Shape 20417"/>
          <p:cNvSpPr/>
          <p:nvPr/>
        </p:nvSpPr>
        <p:spPr>
          <a:xfrm>
            <a:off x="4233672" y="22402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02</a:t>
            </a:r>
            <a:endParaRPr lang="en-US" sz="1000"/>
          </a:p>
        </p:txBody>
      </p:sp>
      <p:sp>
        <p:nvSpPr>
          <p:cNvPr id="20418" name="Shape 20418"/>
          <p:cNvSpPr/>
          <p:nvPr/>
        </p:nvSpPr>
        <p:spPr>
          <a:xfrm>
            <a:off x="4617720" y="220370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Datasets</a:t>
            </a:r>
            <a:endParaRPr lang="en-US" sz="1250"/>
          </a:p>
        </p:txBody>
      </p:sp>
      <p:sp>
        <p:nvSpPr>
          <p:cNvPr id="20419" name="Shape 20419"/>
          <p:cNvSpPr/>
          <p:nvPr/>
        </p:nvSpPr>
        <p:spPr>
          <a:xfrm>
            <a:off x="4233672" y="2505456"/>
            <a:ext cx="283464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five metric views first, then only the Gold tables they cannot answer. No Bronze, no Silver.</a:t>
            </a:r>
            <a:endParaRPr lang="en-US" sz="980"/>
          </a:p>
        </p:txBody>
      </p:sp>
      <p:sp>
        <p:nvSpPr>
          <p:cNvPr id="20420" name="Shape 20420"/>
          <p:cNvSpPr/>
          <p:nvPr/>
        </p:nvSpPr>
        <p:spPr>
          <a:xfrm>
            <a:off x="685800" y="3419856"/>
            <a:ext cx="3200400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21" name="Shape 20421"/>
          <p:cNvSpPr/>
          <p:nvPr/>
        </p:nvSpPr>
        <p:spPr>
          <a:xfrm>
            <a:off x="868680" y="353872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03</a:t>
            </a:r>
            <a:endParaRPr lang="en-US" sz="1000"/>
          </a:p>
        </p:txBody>
      </p:sp>
      <p:sp>
        <p:nvSpPr>
          <p:cNvPr id="20422" name="Shape 20422"/>
          <p:cNvSpPr/>
          <p:nvPr/>
        </p:nvSpPr>
        <p:spPr>
          <a:xfrm>
            <a:off x="1252728" y="350215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Example SQL</a:t>
            </a:r>
            <a:endParaRPr lang="en-US" sz="1250"/>
          </a:p>
        </p:txBody>
      </p:sp>
      <p:sp>
        <p:nvSpPr>
          <p:cNvPr id="20423" name="Shape 20423"/>
          <p:cNvSpPr/>
          <p:nvPr/>
        </p:nvSpPr>
        <p:spPr>
          <a:xfrm>
            <a:off x="868680" y="3803904"/>
            <a:ext cx="283464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Trusted queries for the questions that matter, such as net revenue by region or returns by reason.</a:t>
            </a:r>
            <a:endParaRPr lang="en-US" sz="980"/>
          </a:p>
        </p:txBody>
      </p:sp>
      <p:sp>
        <p:nvSpPr>
          <p:cNvPr id="20424" name="Shape 20424"/>
          <p:cNvSpPr/>
          <p:nvPr/>
        </p:nvSpPr>
        <p:spPr>
          <a:xfrm>
            <a:off x="4050792" y="3419856"/>
            <a:ext cx="3200400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25" name="Shape 20425"/>
          <p:cNvSpPr/>
          <p:nvPr/>
        </p:nvSpPr>
        <p:spPr>
          <a:xfrm>
            <a:off x="4233672" y="353872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04</a:t>
            </a:r>
            <a:endParaRPr lang="en-US" sz="1000"/>
          </a:p>
        </p:txBody>
      </p:sp>
      <p:sp>
        <p:nvSpPr>
          <p:cNvPr id="20426" name="Shape 20426"/>
          <p:cNvSpPr/>
          <p:nvPr/>
        </p:nvSpPr>
        <p:spPr>
          <a:xfrm>
            <a:off x="4617720" y="350215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Constraints</a:t>
            </a:r>
            <a:endParaRPr lang="en-US" sz="1250"/>
          </a:p>
        </p:txBody>
      </p:sp>
      <p:sp>
        <p:nvSpPr>
          <p:cNvPr id="20427" name="Shape 20427"/>
          <p:cNvSpPr/>
          <p:nvPr/>
        </p:nvSpPr>
        <p:spPr>
          <a:xfrm>
            <a:off x="4233672" y="3803904"/>
            <a:ext cx="283464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Join paths from the Gold PK and FK constraints, so Genie never guesses how facts meet dimensions.</a:t>
            </a:r>
            <a:endParaRPr lang="en-US" sz="980"/>
          </a:p>
        </p:txBody>
      </p:sp>
      <p:sp>
        <p:nvSpPr>
          <p:cNvPr id="20428" name="Shape 20428"/>
          <p:cNvSpPr/>
          <p:nvPr/>
        </p:nvSpPr>
        <p:spPr>
          <a:xfrm>
            <a:off x="685800" y="4718304"/>
            <a:ext cx="3200400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29" name="Shape 20429"/>
          <p:cNvSpPr/>
          <p:nvPr/>
        </p:nvSpPr>
        <p:spPr>
          <a:xfrm>
            <a:off x="868680" y="483717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05</a:t>
            </a:r>
            <a:endParaRPr lang="en-US" sz="1000"/>
          </a:p>
        </p:txBody>
      </p:sp>
      <p:sp>
        <p:nvSpPr>
          <p:cNvPr id="20430" name="Shape 20430"/>
          <p:cNvSpPr/>
          <p:nvPr/>
        </p:nvSpPr>
        <p:spPr>
          <a:xfrm>
            <a:off x="1252728" y="4800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Warehouse</a:t>
            </a:r>
            <a:endParaRPr lang="en-US" sz="1250"/>
          </a:p>
        </p:txBody>
      </p:sp>
      <p:sp>
        <p:nvSpPr>
          <p:cNvPr id="20431" name="Shape 20431"/>
          <p:cNvSpPr/>
          <p:nvPr/>
        </p:nvSpPr>
        <p:spPr>
          <a:xfrm>
            <a:off x="868680" y="5102352"/>
            <a:ext cx="283464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 serverless or Pro SQL warehouse, sized for every team benchmarking at the same time.</a:t>
            </a:r>
            <a:endParaRPr lang="en-US" sz="980"/>
          </a:p>
        </p:txBody>
      </p:sp>
      <p:sp>
        <p:nvSpPr>
          <p:cNvPr id="20432" name="Shape 20432"/>
          <p:cNvSpPr/>
          <p:nvPr/>
        </p:nvSpPr>
        <p:spPr>
          <a:xfrm>
            <a:off x="4050792" y="4718304"/>
            <a:ext cx="3200400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33" name="Shape 20433"/>
          <p:cNvSpPr/>
          <p:nvPr/>
        </p:nvSpPr>
        <p:spPr>
          <a:xfrm>
            <a:off x="4233672" y="483717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06</a:t>
            </a:r>
            <a:endParaRPr lang="en-US" sz="1000"/>
          </a:p>
        </p:txBody>
      </p:sp>
      <p:sp>
        <p:nvSpPr>
          <p:cNvPr id="20434" name="Shape 20434"/>
          <p:cNvSpPr/>
          <p:nvPr/>
        </p:nvSpPr>
        <p:spPr>
          <a:xfrm>
            <a:off x="4617720" y="4800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Evaluation</a:t>
            </a:r>
            <a:endParaRPr lang="en-US" sz="1250"/>
          </a:p>
        </p:txBody>
      </p:sp>
      <p:sp>
        <p:nvSpPr>
          <p:cNvPr id="20435" name="Shape 20435"/>
          <p:cNvSpPr/>
          <p:nvPr/>
        </p:nvSpPr>
        <p:spPr>
          <a:xfrm>
            <a:off x="4233672" y="5102352"/>
            <a:ext cx="283464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Benchmarks with expected answers, run before and after every change. A drop blocks the release.</a:t>
            </a:r>
            <a:endParaRPr lang="en-US" sz="980"/>
          </a:p>
        </p:txBody>
      </p:sp>
      <p:sp>
        <p:nvSpPr>
          <p:cNvPr id="20436" name="Shape 20436"/>
          <p:cNvSpPr/>
          <p:nvPr/>
        </p:nvSpPr>
        <p:spPr>
          <a:xfrm>
            <a:off x="7498080" y="2121408"/>
            <a:ext cx="4005072" cy="3785616"/>
          </a:xfrm>
          <a:prstGeom prst="roundRect">
            <a:avLst>
              <a:gd name="adj" fmla="val 4000"/>
            </a:avLst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37" name="Shape 20437"/>
          <p:cNvSpPr/>
          <p:nvPr/>
        </p:nvSpPr>
        <p:spPr>
          <a:xfrm>
            <a:off x="7699248" y="2212848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5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BENCHMARK SET · EXPECTED ANSWERS</a:t>
            </a:r>
            <a:endParaRPr lang="en-US" sz="850"/>
          </a:p>
        </p:txBody>
      </p:sp>
      <p:sp>
        <p:nvSpPr>
          <p:cNvPr id="20438" name="Shape 20438"/>
          <p:cNvSpPr/>
          <p:nvPr/>
        </p:nvSpPr>
        <p:spPr>
          <a:xfrm>
            <a:off x="7699248" y="254203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Net Revenue</a:t>
            </a:r>
            <a:endParaRPr lang="en-US" sz="1050"/>
          </a:p>
        </p:txBody>
      </p:sp>
      <p:sp>
        <p:nvSpPr>
          <p:cNvPr id="20439" name="Shape 20439"/>
          <p:cNvSpPr/>
          <p:nvPr/>
        </p:nvSpPr>
        <p:spPr>
          <a:xfrm>
            <a:off x="9966960" y="2542032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EUR 16,537.20</a:t>
            </a:r>
            <a:endParaRPr lang="en-US" sz="1050"/>
          </a:p>
        </p:txBody>
      </p:sp>
      <p:sp>
        <p:nvSpPr>
          <p:cNvPr id="20440" name="Shape 20440"/>
          <p:cNvSpPr/>
          <p:nvPr/>
        </p:nvSpPr>
        <p:spPr>
          <a:xfrm>
            <a:off x="7699248" y="2926080"/>
            <a:ext cx="3602736" cy="9144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41" name="Shape 20441"/>
          <p:cNvSpPr/>
          <p:nvPr/>
        </p:nvSpPr>
        <p:spPr>
          <a:xfrm>
            <a:off x="7699248" y="292608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Gross Margin</a:t>
            </a:r>
            <a:endParaRPr lang="en-US" sz="1050"/>
          </a:p>
        </p:txBody>
      </p:sp>
      <p:sp>
        <p:nvSpPr>
          <p:cNvPr id="20442" name="Shape 20442"/>
          <p:cNvSpPr/>
          <p:nvPr/>
        </p:nvSpPr>
        <p:spPr>
          <a:xfrm>
            <a:off x="9966960" y="2926080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76.89%</a:t>
            </a:r>
            <a:endParaRPr lang="en-US" sz="1050"/>
          </a:p>
        </p:txBody>
      </p:sp>
      <p:sp>
        <p:nvSpPr>
          <p:cNvPr id="20443" name="Shape 20443"/>
          <p:cNvSpPr/>
          <p:nvPr/>
        </p:nvSpPr>
        <p:spPr>
          <a:xfrm>
            <a:off x="7699248" y="3310128"/>
            <a:ext cx="3602736" cy="9144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44" name="Shape 20444"/>
          <p:cNvSpPr/>
          <p:nvPr/>
        </p:nvSpPr>
        <p:spPr>
          <a:xfrm>
            <a:off x="7699248" y="331012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Discount Rate</a:t>
            </a:r>
            <a:endParaRPr lang="en-US" sz="1050"/>
          </a:p>
        </p:txBody>
      </p:sp>
      <p:sp>
        <p:nvSpPr>
          <p:cNvPr id="20445" name="Shape 20445"/>
          <p:cNvSpPr/>
          <p:nvPr/>
        </p:nvSpPr>
        <p:spPr>
          <a:xfrm>
            <a:off x="9966960" y="3310128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5.33%</a:t>
            </a:r>
            <a:endParaRPr lang="en-US" sz="1050"/>
          </a:p>
        </p:txBody>
      </p:sp>
      <p:sp>
        <p:nvSpPr>
          <p:cNvPr id="20446" name="Shape 20446"/>
          <p:cNvSpPr/>
          <p:nvPr/>
        </p:nvSpPr>
        <p:spPr>
          <a:xfrm>
            <a:off x="7699248" y="3694176"/>
            <a:ext cx="3602736" cy="9144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47" name="Shape 20447"/>
          <p:cNvSpPr/>
          <p:nvPr/>
        </p:nvSpPr>
        <p:spPr>
          <a:xfrm>
            <a:off x="7699248" y="3694176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Discount policy breaches</a:t>
            </a:r>
            <a:endParaRPr lang="en-US" sz="1050"/>
          </a:p>
        </p:txBody>
      </p:sp>
      <p:sp>
        <p:nvSpPr>
          <p:cNvPr id="20448" name="Shape 20448"/>
          <p:cNvSpPr/>
          <p:nvPr/>
        </p:nvSpPr>
        <p:spPr>
          <a:xfrm>
            <a:off x="9966960" y="3694176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2 lines</a:t>
            </a:r>
            <a:endParaRPr lang="en-US" sz="1050"/>
          </a:p>
        </p:txBody>
      </p:sp>
      <p:sp>
        <p:nvSpPr>
          <p:cNvPr id="20449" name="Shape 20449"/>
          <p:cNvSpPr/>
          <p:nvPr/>
        </p:nvSpPr>
        <p:spPr>
          <a:xfrm>
            <a:off x="7699248" y="4078224"/>
            <a:ext cx="3602736" cy="9144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50" name="Shape 20450"/>
          <p:cNvSpPr/>
          <p:nvPr/>
        </p:nvSpPr>
        <p:spPr>
          <a:xfrm>
            <a:off x="7699248" y="407822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Return Rate</a:t>
            </a:r>
            <a:endParaRPr lang="en-US" sz="1050"/>
          </a:p>
        </p:txBody>
      </p:sp>
      <p:sp>
        <p:nvSpPr>
          <p:cNvPr id="20451" name="Shape 20451"/>
          <p:cNvSpPr/>
          <p:nvPr/>
        </p:nvSpPr>
        <p:spPr>
          <a:xfrm>
            <a:off x="9966960" y="4078224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26.67%</a:t>
            </a:r>
            <a:endParaRPr lang="en-US" sz="1050"/>
          </a:p>
        </p:txBody>
      </p:sp>
      <p:sp>
        <p:nvSpPr>
          <p:cNvPr id="20452" name="Shape 20452"/>
          <p:cNvSpPr/>
          <p:nvPr/>
        </p:nvSpPr>
        <p:spPr>
          <a:xfrm>
            <a:off x="7699248" y="4462272"/>
            <a:ext cx="3602736" cy="9144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53" name="Shape 20453"/>
          <p:cNvSpPr/>
          <p:nvPr/>
        </p:nvSpPr>
        <p:spPr>
          <a:xfrm>
            <a:off x="7699248" y="446227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Operating Margin</a:t>
            </a:r>
            <a:endParaRPr lang="en-US" sz="1050"/>
          </a:p>
        </p:txBody>
      </p:sp>
      <p:sp>
        <p:nvSpPr>
          <p:cNvPr id="20454" name="Shape 20454"/>
          <p:cNvSpPr/>
          <p:nvPr/>
        </p:nvSpPr>
        <p:spPr>
          <a:xfrm>
            <a:off x="9966960" y="4462272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38.48%</a:t>
            </a:r>
            <a:endParaRPr lang="en-US" sz="1050"/>
          </a:p>
        </p:txBody>
      </p:sp>
      <p:sp>
        <p:nvSpPr>
          <p:cNvPr id="20455" name="Shape 20455"/>
          <p:cNvSpPr/>
          <p:nvPr/>
        </p:nvSpPr>
        <p:spPr>
          <a:xfrm>
            <a:off x="7699248" y="4846320"/>
            <a:ext cx="3602736" cy="9144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56" name="Shape 20456"/>
          <p:cNvSpPr/>
          <p:nvPr/>
        </p:nvSpPr>
        <p:spPr>
          <a:xfrm>
            <a:off x="7699248" y="484632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Operating profit vs budget</a:t>
            </a:r>
            <a:endParaRPr lang="en-US" sz="1050"/>
          </a:p>
        </p:txBody>
      </p:sp>
      <p:sp>
        <p:nvSpPr>
          <p:cNvPr id="20457" name="Shape 20457"/>
          <p:cNvSpPr/>
          <p:nvPr/>
        </p:nvSpPr>
        <p:spPr>
          <a:xfrm>
            <a:off x="9966960" y="4846320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EUR -200,000</a:t>
            </a:r>
            <a:endParaRPr lang="en-US" sz="1050"/>
          </a:p>
        </p:txBody>
      </p:sp>
      <p:sp>
        <p:nvSpPr>
          <p:cNvPr id="20458" name="Shape 20458"/>
          <p:cNvSpPr/>
          <p:nvPr/>
        </p:nvSpPr>
        <p:spPr>
          <a:xfrm>
            <a:off x="7699248" y="5230368"/>
            <a:ext cx="3602736" cy="9144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59" name="Shape 20459"/>
          <p:cNvSpPr/>
          <p:nvPr/>
        </p:nvSpPr>
        <p:spPr>
          <a:xfrm>
            <a:off x="7699248" y="5358384"/>
            <a:ext cx="360273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850" b="0" i="1" kern="0" dirty="0">
                <a:solidFill>
                  <a:srgbClr val="618794"/>
                </a:solidFill>
                <a:latin typeface="DM Sans"/>
                <a:ea typeface="DM Sans"/>
                <a:cs typeface="DM Sans"/>
              </a:rPr>
              <a:t>From the notebook 03 validation cell. Expected for a user who sees every region.</a:t>
            </a:r>
            <a:endParaRPr lang="en-US" sz="8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Step 5: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Context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17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460" name="Shape 20460"/>
          <p:cNvSpPr/>
          <p:nvPr/>
        </p:nvSpPr>
        <p:spPr>
          <a:xfrm>
            <a:off x="685800" y="164592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Context lives in a Git folder, is reviewed like code, and is published to Unity Catalog as domains and pages.</a:t>
            </a:r>
            <a:endParaRPr lang="en-US" sz="1200"/>
          </a:p>
        </p:txBody>
      </p:sp>
      <p:sp>
        <p:nvSpPr>
          <p:cNvPr id="20461" name="Shape 20461"/>
          <p:cNvSpPr/>
          <p:nvPr/>
        </p:nvSpPr>
        <p:spPr>
          <a:xfrm>
            <a:off x="2057400" y="2148840"/>
            <a:ext cx="2834640" cy="603504"/>
          </a:xfrm>
          <a:prstGeom prst="roundRect">
            <a:avLst>
              <a:gd name="adj" fmla="val 10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62" name="Shape 20462"/>
          <p:cNvSpPr/>
          <p:nvPr/>
        </p:nvSpPr>
        <p:spPr>
          <a:xfrm>
            <a:off x="2167128" y="2194560"/>
            <a:ext cx="26151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Git repo folder</a:t>
            </a:r>
            <a:endParaRPr lang="en-US" sz="1100"/>
          </a:p>
        </p:txBody>
      </p:sp>
      <p:sp>
        <p:nvSpPr>
          <p:cNvPr id="20463" name="Shape 20463"/>
          <p:cNvSpPr/>
          <p:nvPr/>
        </p:nvSpPr>
        <p:spPr>
          <a:xfrm>
            <a:off x="2167128" y="2441448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C9D3D6"/>
                </a:solidFill>
                <a:latin typeface="DM Mono"/>
                <a:ea typeface="DM Mono"/>
                <a:cs typeface="DM Mono"/>
              </a:rPr>
              <a:t>context/</a:t>
            </a:r>
            <a:endParaRPr lang="en-US" sz="850"/>
          </a:p>
        </p:txBody>
      </p:sp>
      <p:cxnSp>
        <p:nvCxnSpPr>
          <p:cNvPr id="20464" name="Arrow 20464"/>
          <p:cNvCxnSpPr/>
          <p:nvPr/>
        </p:nvCxnSpPr>
        <p:spPr>
          <a:xfrm>
            <a:off x="3474720" y="2752344"/>
            <a:ext cx="0" cy="18288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465" name="Shape 20465"/>
          <p:cNvSpPr/>
          <p:nvPr/>
        </p:nvSpPr>
        <p:spPr>
          <a:xfrm>
            <a:off x="2057400" y="2935224"/>
            <a:ext cx="283464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66" name="Shape 20466"/>
          <p:cNvSpPr/>
          <p:nvPr/>
        </p:nvSpPr>
        <p:spPr>
          <a:xfrm>
            <a:off x="2167128" y="2980944"/>
            <a:ext cx="26151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Domain</a:t>
            </a:r>
            <a:endParaRPr lang="en-US" sz="1100"/>
          </a:p>
        </p:txBody>
      </p:sp>
      <p:sp>
        <p:nvSpPr>
          <p:cNvPr id="20467" name="Shape 20467"/>
          <p:cNvSpPr/>
          <p:nvPr/>
        </p:nvSpPr>
        <p:spPr>
          <a:xfrm>
            <a:off x="2167128" y="3227832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Commercial</a:t>
            </a:r>
            <a:endParaRPr lang="en-US" sz="850"/>
          </a:p>
        </p:txBody>
      </p:sp>
      <p:cxnSp>
        <p:nvCxnSpPr>
          <p:cNvPr id="20468" name="Arrow 20468"/>
          <p:cNvCxnSpPr/>
          <p:nvPr/>
        </p:nvCxnSpPr>
        <p:spPr>
          <a:xfrm>
            <a:off x="3474720" y="3538728"/>
            <a:ext cx="0" cy="137160"/>
          </a:xfrm>
          <a:prstGeom prst="straightConnector1">
            <a:avLst/>
          </a:prstGeom>
          <a:ln w="12700">
            <a:solidFill>
              <a:srgbClr val="0B2026"/>
            </a:solidFill>
          </a:ln>
        </p:spPr>
      </p:cxnSp>
      <p:sp>
        <p:nvSpPr>
          <p:cNvPr id="20469" name="Shape 20469"/>
          <p:cNvSpPr/>
          <p:nvPr/>
        </p:nvSpPr>
        <p:spPr>
          <a:xfrm>
            <a:off x="1563624" y="3675888"/>
            <a:ext cx="3767328" cy="9144"/>
          </a:xfrm>
          <a:prstGeom prst="rect">
            <a:avLst/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cxnSp>
        <p:nvCxnSpPr>
          <p:cNvPr id="20470" name="Arrow 20470"/>
          <p:cNvCxnSpPr/>
          <p:nvPr/>
        </p:nvCxnSpPr>
        <p:spPr>
          <a:xfrm>
            <a:off x="1563624" y="3675888"/>
            <a:ext cx="0" cy="13716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471" name="Shape 20471"/>
          <p:cNvSpPr/>
          <p:nvPr/>
        </p:nvSpPr>
        <p:spPr>
          <a:xfrm>
            <a:off x="685800" y="3813048"/>
            <a:ext cx="175564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72" name="Shape 20472"/>
          <p:cNvSpPr/>
          <p:nvPr/>
        </p:nvSpPr>
        <p:spPr>
          <a:xfrm>
            <a:off x="795528" y="3858768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Sub-domain</a:t>
            </a:r>
            <a:endParaRPr lang="en-US" sz="1100"/>
          </a:p>
        </p:txBody>
      </p:sp>
      <p:sp>
        <p:nvSpPr>
          <p:cNvPr id="20473" name="Shape 20473"/>
          <p:cNvSpPr/>
          <p:nvPr/>
        </p:nvSpPr>
        <p:spPr>
          <a:xfrm>
            <a:off x="795528" y="4105656"/>
            <a:ext cx="1536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Sales and Returns</a:t>
            </a:r>
            <a:endParaRPr lang="en-US" sz="850"/>
          </a:p>
        </p:txBody>
      </p:sp>
      <p:cxnSp>
        <p:nvCxnSpPr>
          <p:cNvPr id="20474" name="Arrow 20474"/>
          <p:cNvCxnSpPr/>
          <p:nvPr/>
        </p:nvCxnSpPr>
        <p:spPr>
          <a:xfrm>
            <a:off x="3447288" y="3675888"/>
            <a:ext cx="0" cy="13716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475" name="Shape 20475"/>
          <p:cNvSpPr/>
          <p:nvPr/>
        </p:nvSpPr>
        <p:spPr>
          <a:xfrm>
            <a:off x="2569464" y="3813048"/>
            <a:ext cx="175564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76" name="Shape 20476"/>
          <p:cNvSpPr/>
          <p:nvPr/>
        </p:nvSpPr>
        <p:spPr>
          <a:xfrm>
            <a:off x="2679192" y="3858768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Sub-domain</a:t>
            </a:r>
            <a:endParaRPr lang="en-US" sz="1100"/>
          </a:p>
        </p:txBody>
      </p:sp>
      <p:sp>
        <p:nvSpPr>
          <p:cNvPr id="20477" name="Shape 20477"/>
          <p:cNvSpPr/>
          <p:nvPr/>
        </p:nvSpPr>
        <p:spPr>
          <a:xfrm>
            <a:off x="2679192" y="4105656"/>
            <a:ext cx="1536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Product and Supply</a:t>
            </a:r>
            <a:endParaRPr lang="en-US" sz="850"/>
          </a:p>
        </p:txBody>
      </p:sp>
      <p:cxnSp>
        <p:nvCxnSpPr>
          <p:cNvPr id="20478" name="Arrow 20478"/>
          <p:cNvCxnSpPr/>
          <p:nvPr/>
        </p:nvCxnSpPr>
        <p:spPr>
          <a:xfrm>
            <a:off x="5330952" y="3675888"/>
            <a:ext cx="0" cy="13716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479" name="Shape 20479"/>
          <p:cNvSpPr/>
          <p:nvPr/>
        </p:nvSpPr>
        <p:spPr>
          <a:xfrm>
            <a:off x="4453128" y="3813048"/>
            <a:ext cx="175564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80" name="Shape 20480"/>
          <p:cNvSpPr/>
          <p:nvPr/>
        </p:nvSpPr>
        <p:spPr>
          <a:xfrm>
            <a:off x="4562856" y="3858768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Sub-domain</a:t>
            </a:r>
            <a:endParaRPr lang="en-US" sz="1100"/>
          </a:p>
        </p:txBody>
      </p:sp>
      <p:sp>
        <p:nvSpPr>
          <p:cNvPr id="20481" name="Shape 20481"/>
          <p:cNvSpPr/>
          <p:nvPr/>
        </p:nvSpPr>
        <p:spPr>
          <a:xfrm>
            <a:off x="4562856" y="4105656"/>
            <a:ext cx="1536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0" kern="0" dirty="0">
                <a:solidFill>
                  <a:srgbClr val="1B3139"/>
                </a:solidFill>
                <a:latin typeface="DM Mono"/>
                <a:ea typeface="DM Mono"/>
                <a:cs typeface="DM Mono"/>
              </a:rPr>
              <a:t>Store Finance</a:t>
            </a:r>
            <a:endParaRPr lang="en-US" sz="850"/>
          </a:p>
        </p:txBody>
      </p:sp>
      <p:cxnSp>
        <p:nvCxnSpPr>
          <p:cNvPr id="20482" name="Arrow 20482"/>
          <p:cNvCxnSpPr/>
          <p:nvPr/>
        </p:nvCxnSpPr>
        <p:spPr>
          <a:xfrm>
            <a:off x="3474720" y="4416552"/>
            <a:ext cx="0" cy="18288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483" name="Shape 20483"/>
          <p:cNvSpPr/>
          <p:nvPr/>
        </p:nvSpPr>
        <p:spPr>
          <a:xfrm>
            <a:off x="685800" y="4599432"/>
            <a:ext cx="5522976" cy="1280160"/>
          </a:xfrm>
          <a:prstGeom prst="roundRect">
            <a:avLst>
              <a:gd name="adj" fmla="val 6000"/>
            </a:avLst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84" name="Shape 20484"/>
          <p:cNvSpPr/>
          <p:nvPr/>
        </p:nvSpPr>
        <p:spPr>
          <a:xfrm>
            <a:off x="868680" y="466344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5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PAGES LINK</a:t>
            </a:r>
            <a:endParaRPr lang="en-US" sz="850"/>
          </a:p>
        </p:txBody>
      </p:sp>
      <p:sp>
        <p:nvSpPr>
          <p:cNvPr id="20485" name="Shape 20485"/>
          <p:cNvSpPr/>
          <p:nvPr/>
        </p:nvSpPr>
        <p:spPr>
          <a:xfrm>
            <a:off x="868680" y="4937760"/>
            <a:ext cx="1609344" cy="8046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486" name="Picture 20485" descr="ai-b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093208"/>
            <a:ext cx="475488" cy="475488"/>
          </a:xfrm>
          <a:prstGeom prst="rect">
            <a:avLst/>
          </a:prstGeom>
        </p:spPr>
      </p:pic>
      <p:sp>
        <p:nvSpPr>
          <p:cNvPr id="2" name="Shape 20486"/>
          <p:cNvSpPr/>
          <p:nvPr/>
        </p:nvSpPr>
        <p:spPr>
          <a:xfrm>
            <a:off x="1527048" y="4937760"/>
            <a:ext cx="89611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Assets</a:t>
            </a:r>
            <a:endParaRPr lang="en-US" sz="1050"/>
          </a:p>
        </p:txBody>
      </p:sp>
      <p:sp>
        <p:nvSpPr>
          <p:cNvPr id="20487" name="Shape 20487"/>
          <p:cNvSpPr/>
          <p:nvPr/>
        </p:nvSpPr>
        <p:spPr>
          <a:xfrm>
            <a:off x="2624328" y="4937760"/>
            <a:ext cx="1609344" cy="8046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488" name="Picture 20487" descr="unity-catalog-seman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344" y="5093208"/>
            <a:ext cx="475488" cy="475488"/>
          </a:xfrm>
          <a:prstGeom prst="rect">
            <a:avLst/>
          </a:prstGeom>
        </p:spPr>
      </p:pic>
      <p:sp>
        <p:nvSpPr>
          <p:cNvPr id="4" name="Shape 20488"/>
          <p:cNvSpPr/>
          <p:nvPr/>
        </p:nvSpPr>
        <p:spPr>
          <a:xfrm>
            <a:off x="3282696" y="4937760"/>
            <a:ext cx="89611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Metric views</a:t>
            </a:r>
            <a:endParaRPr lang="en-US" sz="1050"/>
          </a:p>
        </p:txBody>
      </p:sp>
      <p:sp>
        <p:nvSpPr>
          <p:cNvPr id="20489" name="Shape 20489"/>
          <p:cNvSpPr/>
          <p:nvPr/>
        </p:nvSpPr>
        <p:spPr>
          <a:xfrm>
            <a:off x="4379976" y="4937760"/>
            <a:ext cx="1609344" cy="8046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pic>
        <p:nvPicPr>
          <p:cNvPr id="20490" name="Picture 20489" descr="ai-bi-dashboa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5093208"/>
            <a:ext cx="475488" cy="475488"/>
          </a:xfrm>
          <a:prstGeom prst="rect">
            <a:avLst/>
          </a:prstGeom>
        </p:spPr>
      </p:pic>
      <p:sp>
        <p:nvSpPr>
          <p:cNvPr id="8" name="Shape 20490"/>
          <p:cNvSpPr/>
          <p:nvPr/>
        </p:nvSpPr>
        <p:spPr>
          <a:xfrm>
            <a:off x="5038344" y="4937760"/>
            <a:ext cx="89611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Dashboards</a:t>
            </a:r>
            <a:endParaRPr lang="en-US" sz="1050"/>
          </a:p>
        </p:txBody>
      </p:sp>
      <p:sp>
        <p:nvSpPr>
          <p:cNvPr id="20491" name="Shape 20491"/>
          <p:cNvSpPr/>
          <p:nvPr/>
        </p:nvSpPr>
        <p:spPr>
          <a:xfrm>
            <a:off x="685800" y="5888736"/>
            <a:ext cx="552297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00" b="0" kern="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Example structure for Maison Europa</a:t>
            </a:r>
            <a:endParaRPr lang="en-US" sz="800"/>
          </a:p>
        </p:txBody>
      </p:sp>
      <p:sp>
        <p:nvSpPr>
          <p:cNvPr id="20492" name="Shape 20492"/>
          <p:cNvSpPr/>
          <p:nvPr/>
        </p:nvSpPr>
        <p:spPr>
          <a:xfrm>
            <a:off x="6492240" y="2148840"/>
            <a:ext cx="5010912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93" name="Shape 20493"/>
          <p:cNvSpPr/>
          <p:nvPr/>
        </p:nvSpPr>
        <p:spPr>
          <a:xfrm>
            <a:off x="6693408" y="22768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Domains and sub-domains</a:t>
            </a:r>
            <a:endParaRPr lang="en-US" sz="1250"/>
          </a:p>
        </p:txBody>
      </p:sp>
      <p:sp>
        <p:nvSpPr>
          <p:cNvPr id="20494" name="Shape 20494"/>
          <p:cNvSpPr/>
          <p:nvPr/>
        </p:nvSpPr>
        <p:spPr>
          <a:xfrm>
            <a:off x="10172883" y="2295144"/>
            <a:ext cx="1147389" cy="219456"/>
          </a:xfrm>
          <a:prstGeom prst="roundRect">
            <a:avLst>
              <a:gd name="adj" fmla="val 50000"/>
            </a:avLst>
          </a:prstGeom>
          <a:solidFill>
            <a:srgbClr val="E4E8F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1" kern="0" spc="40" dirty="0">
                <a:solidFill>
                  <a:srgbClr val="33437A"/>
                </a:solidFill>
                <a:latin typeface="DM Mono"/>
                <a:ea typeface="DM Mono"/>
                <a:cs typeface="DM Mono"/>
              </a:rPr>
              <a:t>PUBLIC PREVIEW</a:t>
            </a:r>
            <a:endParaRPr lang="en-US" sz="750"/>
          </a:p>
        </p:txBody>
      </p:sp>
      <p:sp>
        <p:nvSpPr>
          <p:cNvPr id="20495" name="Shape 20495"/>
          <p:cNvSpPr/>
          <p:nvPr/>
        </p:nvSpPr>
        <p:spPr>
          <a:xfrm>
            <a:off x="6693408" y="2606040"/>
            <a:ext cx="4608576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Group assets by business area, so people browse and agents query a scoped, certified set.</a:t>
            </a:r>
            <a:endParaRPr lang="en-US" sz="1000"/>
          </a:p>
        </p:txBody>
      </p:sp>
      <p:sp>
        <p:nvSpPr>
          <p:cNvPr id="20496" name="Shape 20496"/>
          <p:cNvSpPr/>
          <p:nvPr/>
        </p:nvSpPr>
        <p:spPr>
          <a:xfrm>
            <a:off x="6492240" y="3429000"/>
            <a:ext cx="5010912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497" name="Shape 20497"/>
          <p:cNvSpPr/>
          <p:nvPr/>
        </p:nvSpPr>
        <p:spPr>
          <a:xfrm>
            <a:off x="6693408" y="355701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Pages</a:t>
            </a:r>
            <a:endParaRPr lang="en-US" sz="1250"/>
          </a:p>
        </p:txBody>
      </p:sp>
      <p:sp>
        <p:nvSpPr>
          <p:cNvPr id="20498" name="Shape 20498"/>
          <p:cNvSpPr/>
          <p:nvPr/>
        </p:nvSpPr>
        <p:spPr>
          <a:xfrm>
            <a:off x="10796504" y="3575304"/>
            <a:ext cx="523768" cy="219456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1" kern="0" spc="40" dirty="0">
                <a:solidFill>
                  <a:srgbClr val="8A5A00"/>
                </a:solidFill>
                <a:latin typeface="DM Mono"/>
                <a:ea typeface="DM Mono"/>
                <a:cs typeface="DM Mono"/>
              </a:rPr>
              <a:t>BETA</a:t>
            </a:r>
            <a:endParaRPr lang="en-US" sz="750"/>
          </a:p>
        </p:txBody>
      </p:sp>
      <p:sp>
        <p:nvSpPr>
          <p:cNvPr id="20499" name="Shape 20499"/>
          <p:cNvSpPr/>
          <p:nvPr/>
        </p:nvSpPr>
        <p:spPr>
          <a:xfrm>
            <a:off x="6693408" y="3886200"/>
            <a:ext cx="4608576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 wiki entry per concept, such as Net Revenue or VIC: definition, owner, linked tables, metric views and dashboards.</a:t>
            </a:r>
            <a:endParaRPr lang="en-US" sz="1000"/>
          </a:p>
        </p:txBody>
      </p:sp>
      <p:sp>
        <p:nvSpPr>
          <p:cNvPr id="20500" name="Shape 20500"/>
          <p:cNvSpPr/>
          <p:nvPr/>
        </p:nvSpPr>
        <p:spPr>
          <a:xfrm>
            <a:off x="6492240" y="4709160"/>
            <a:ext cx="5010912" cy="1188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01" name="Shape 20501"/>
          <p:cNvSpPr/>
          <p:nvPr/>
        </p:nvSpPr>
        <p:spPr>
          <a:xfrm>
            <a:off x="6693408" y="483717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Why from Git</a:t>
            </a:r>
            <a:endParaRPr lang="en-US" sz="1250"/>
          </a:p>
        </p:txBody>
      </p:sp>
      <p:sp>
        <p:nvSpPr>
          <p:cNvPr id="20502" name="Shape 20502"/>
          <p:cNvSpPr/>
          <p:nvPr/>
        </p:nvSpPr>
        <p:spPr>
          <a:xfrm>
            <a:off x="9923435" y="4855464"/>
            <a:ext cx="1396837" cy="219456"/>
          </a:xfrm>
          <a:prstGeom prst="roundRect">
            <a:avLst>
              <a:gd name="adj" fmla="val 50000"/>
            </a:avLst>
          </a:prstGeom>
          <a:solidFill>
            <a:srgbClr val="F9F7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50" b="1" kern="0" spc="40" dirty="0">
                <a:solidFill>
                  <a:srgbClr val="618794"/>
                </a:solidFill>
                <a:latin typeface="DM Mono"/>
                <a:ea typeface="DM Mono"/>
                <a:cs typeface="DM Mono"/>
              </a:rPr>
              <a:t>DIGGIBYTE PRACTICE</a:t>
            </a:r>
            <a:endParaRPr lang="en-US" sz="750"/>
          </a:p>
        </p:txBody>
      </p:sp>
      <p:sp>
        <p:nvSpPr>
          <p:cNvPr id="20503" name="Shape 20503"/>
          <p:cNvSpPr/>
          <p:nvPr/>
        </p:nvSpPr>
        <p:spPr>
          <a:xfrm>
            <a:off x="6693408" y="5166360"/>
            <a:ext cx="4608576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 definition change is a pull request: reviewed, approved by the owner, then published. No silent edits.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5" name="Google Shape;4325;p173"/>
          <p:cNvSpPr/>
          <p:nvPr/>
        </p:nvSpPr>
        <p:spPr>
          <a:xfrm>
            <a:off x="22400" y="6220050"/>
            <a:ext cx="3447300" cy="42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26" name="Google Shape;4326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t="50802"/>
          <a:stretch/>
        </p:blipFill>
        <p:spPr>
          <a:xfrm rot="10800000" flipH="1">
            <a:off x="1834527" y="3972101"/>
            <a:ext cx="8522942" cy="288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7" name="Google Shape;4327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27" y="497022"/>
            <a:ext cx="8522942" cy="5863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8" name="Google Shape;4328;p173"/>
          <p:cNvGrpSpPr/>
          <p:nvPr/>
        </p:nvGrpSpPr>
        <p:grpSpPr>
          <a:xfrm>
            <a:off x="1997299" y="1904619"/>
            <a:ext cx="8100538" cy="2944454"/>
            <a:chOff x="1997299" y="1904298"/>
            <a:chExt cx="8100538" cy="2945338"/>
          </a:xfrm>
        </p:grpSpPr>
        <p:sp>
          <p:nvSpPr>
            <p:cNvPr id="4329" name="Google Shape;4329;p173"/>
            <p:cNvSpPr/>
            <p:nvPr/>
          </p:nvSpPr>
          <p:spPr>
            <a:xfrm>
              <a:off x="4206486" y="2452374"/>
              <a:ext cx="206700" cy="206700"/>
            </a:xfrm>
            <a:prstGeom prst="ellipse">
              <a:avLst/>
            </a:prstGeom>
            <a:solidFill>
              <a:srgbClr val="8F8D8D">
                <a:alpha val="11370"/>
              </a:srgbClr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4330" name="Google Shape;4330;p173"/>
            <p:cNvGrpSpPr/>
            <p:nvPr/>
          </p:nvGrpSpPr>
          <p:grpSpPr>
            <a:xfrm>
              <a:off x="1997299" y="1904298"/>
              <a:ext cx="8100538" cy="2945338"/>
              <a:chOff x="1997299" y="1904298"/>
              <a:chExt cx="8100538" cy="2945338"/>
            </a:xfrm>
          </p:grpSpPr>
          <p:sp>
            <p:nvSpPr>
              <p:cNvPr id="4331" name="Google Shape;4331;p173"/>
              <p:cNvSpPr/>
              <p:nvPr/>
            </p:nvSpPr>
            <p:spPr>
              <a:xfrm>
                <a:off x="1997299" y="2146652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2" name="Google Shape;4332;p173"/>
              <p:cNvSpPr/>
              <p:nvPr/>
            </p:nvSpPr>
            <p:spPr>
              <a:xfrm>
                <a:off x="3041682" y="231560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3" name="Google Shape;4333;p173"/>
              <p:cNvSpPr/>
              <p:nvPr/>
            </p:nvSpPr>
            <p:spPr>
              <a:xfrm>
                <a:off x="3069823" y="349968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4" name="Google Shape;4334;p173"/>
              <p:cNvSpPr/>
              <p:nvPr/>
            </p:nvSpPr>
            <p:spPr>
              <a:xfrm>
                <a:off x="3886186" y="449006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5" name="Google Shape;4335;p173"/>
              <p:cNvSpPr/>
              <p:nvPr/>
            </p:nvSpPr>
            <p:spPr>
              <a:xfrm>
                <a:off x="6638189" y="3887929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6" name="Google Shape;4336;p173"/>
              <p:cNvSpPr/>
              <p:nvPr/>
            </p:nvSpPr>
            <p:spPr>
              <a:xfrm>
                <a:off x="3533552" y="285185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7" name="Google Shape;4337;p173"/>
              <p:cNvSpPr/>
              <p:nvPr/>
            </p:nvSpPr>
            <p:spPr>
              <a:xfrm>
                <a:off x="2550989" y="276162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8" name="Google Shape;4338;p173"/>
              <p:cNvSpPr/>
              <p:nvPr/>
            </p:nvSpPr>
            <p:spPr>
              <a:xfrm>
                <a:off x="3180090" y="453963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9" name="Google Shape;4339;p173"/>
              <p:cNvSpPr/>
              <p:nvPr/>
            </p:nvSpPr>
            <p:spPr>
              <a:xfrm>
                <a:off x="4455287" y="2875924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0" name="Google Shape;4340;p173"/>
              <p:cNvSpPr/>
              <p:nvPr/>
            </p:nvSpPr>
            <p:spPr>
              <a:xfrm>
                <a:off x="3893211" y="3677598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1" name="Google Shape;4341;p173"/>
              <p:cNvSpPr/>
              <p:nvPr/>
            </p:nvSpPr>
            <p:spPr>
              <a:xfrm>
                <a:off x="3788168" y="200760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2" name="Google Shape;4342;p173"/>
              <p:cNvSpPr/>
              <p:nvPr/>
            </p:nvSpPr>
            <p:spPr>
              <a:xfrm>
                <a:off x="4870636" y="219898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3" name="Google Shape;4343;p173"/>
              <p:cNvSpPr/>
              <p:nvPr/>
            </p:nvSpPr>
            <p:spPr>
              <a:xfrm>
                <a:off x="5287510" y="3948062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4" name="Google Shape;4344;p173"/>
              <p:cNvSpPr/>
              <p:nvPr/>
            </p:nvSpPr>
            <p:spPr>
              <a:xfrm>
                <a:off x="5265681" y="4583762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5" name="Google Shape;4345;p173"/>
              <p:cNvSpPr/>
              <p:nvPr/>
            </p:nvSpPr>
            <p:spPr>
              <a:xfrm>
                <a:off x="5992649" y="190429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6" name="Google Shape;4346;p173"/>
              <p:cNvSpPr/>
              <p:nvPr/>
            </p:nvSpPr>
            <p:spPr>
              <a:xfrm>
                <a:off x="5990007" y="254582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7" name="Google Shape;4347;p173"/>
              <p:cNvSpPr/>
              <p:nvPr/>
            </p:nvSpPr>
            <p:spPr>
              <a:xfrm>
                <a:off x="5992697" y="385994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8" name="Google Shape;4348;p173"/>
              <p:cNvSpPr/>
              <p:nvPr/>
            </p:nvSpPr>
            <p:spPr>
              <a:xfrm>
                <a:off x="7065622" y="2223853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9" name="Google Shape;4349;p173"/>
              <p:cNvSpPr/>
              <p:nvPr/>
            </p:nvSpPr>
            <p:spPr>
              <a:xfrm>
                <a:off x="6703444" y="286497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0" name="Google Shape;4350;p173"/>
              <p:cNvSpPr/>
              <p:nvPr/>
            </p:nvSpPr>
            <p:spPr>
              <a:xfrm>
                <a:off x="6660777" y="445675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1" name="Google Shape;4351;p173"/>
              <p:cNvSpPr/>
              <p:nvPr/>
            </p:nvSpPr>
            <p:spPr>
              <a:xfrm>
                <a:off x="5976858" y="4642936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2" name="Google Shape;4352;p173"/>
              <p:cNvSpPr/>
              <p:nvPr/>
            </p:nvSpPr>
            <p:spPr>
              <a:xfrm>
                <a:off x="4571340" y="4240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3" name="Google Shape;4353;p173"/>
              <p:cNvSpPr/>
              <p:nvPr/>
            </p:nvSpPr>
            <p:spPr>
              <a:xfrm>
                <a:off x="7971297" y="216113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4" name="Google Shape;4354;p173"/>
              <p:cNvSpPr/>
              <p:nvPr/>
            </p:nvSpPr>
            <p:spPr>
              <a:xfrm>
                <a:off x="7626973" y="267413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5" name="Google Shape;4355;p173"/>
              <p:cNvSpPr/>
              <p:nvPr/>
            </p:nvSpPr>
            <p:spPr>
              <a:xfrm>
                <a:off x="7325314" y="3662268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6" name="Google Shape;4356;p173"/>
              <p:cNvSpPr/>
              <p:nvPr/>
            </p:nvSpPr>
            <p:spPr>
              <a:xfrm>
                <a:off x="7372398" y="438666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7" name="Google Shape;4357;p173"/>
              <p:cNvSpPr/>
              <p:nvPr/>
            </p:nvSpPr>
            <p:spPr>
              <a:xfrm>
                <a:off x="9059091" y="200760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8" name="Google Shape;4358;p173"/>
              <p:cNvSpPr/>
              <p:nvPr/>
            </p:nvSpPr>
            <p:spPr>
              <a:xfrm>
                <a:off x="8539888" y="2661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9" name="Google Shape;4359;p173"/>
              <p:cNvSpPr/>
              <p:nvPr/>
            </p:nvSpPr>
            <p:spPr>
              <a:xfrm>
                <a:off x="8091406" y="332569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0" name="Google Shape;4360;p173"/>
              <p:cNvSpPr/>
              <p:nvPr/>
            </p:nvSpPr>
            <p:spPr>
              <a:xfrm>
                <a:off x="8062101" y="439984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1" name="Google Shape;4361;p173"/>
              <p:cNvSpPr/>
              <p:nvPr/>
            </p:nvSpPr>
            <p:spPr>
              <a:xfrm>
                <a:off x="8795346" y="4480306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2" name="Google Shape;4362;p173"/>
              <p:cNvSpPr/>
              <p:nvPr/>
            </p:nvSpPr>
            <p:spPr>
              <a:xfrm>
                <a:off x="8808891" y="3516650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3" name="Google Shape;4363;p173"/>
              <p:cNvSpPr/>
              <p:nvPr/>
            </p:nvSpPr>
            <p:spPr>
              <a:xfrm>
                <a:off x="9434311" y="2814109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4" name="Google Shape;4364;p173"/>
              <p:cNvSpPr/>
              <p:nvPr/>
            </p:nvSpPr>
            <p:spPr>
              <a:xfrm>
                <a:off x="9847637" y="217565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5" name="Google Shape;4365;p173"/>
              <p:cNvSpPr/>
              <p:nvPr/>
            </p:nvSpPr>
            <p:spPr>
              <a:xfrm>
                <a:off x="5148914" y="263706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4366" name="Google Shape;4366;p173"/>
          <p:cNvGrpSpPr/>
          <p:nvPr/>
        </p:nvGrpSpPr>
        <p:grpSpPr>
          <a:xfrm>
            <a:off x="-202232" y="4816805"/>
            <a:ext cx="12713810" cy="2500954"/>
            <a:chOff x="-202233" y="4817354"/>
            <a:chExt cx="12713810" cy="2501705"/>
          </a:xfrm>
        </p:grpSpPr>
        <p:grpSp>
          <p:nvGrpSpPr>
            <p:cNvPr id="4367" name="Google Shape;4367;p173"/>
            <p:cNvGrpSpPr/>
            <p:nvPr/>
          </p:nvGrpSpPr>
          <p:grpSpPr>
            <a:xfrm>
              <a:off x="4759630" y="4926849"/>
              <a:ext cx="935888" cy="992868"/>
              <a:chOff x="5562600" y="2704822"/>
              <a:chExt cx="1066418" cy="1330922"/>
            </a:xfrm>
          </p:grpSpPr>
          <p:sp>
            <p:nvSpPr>
              <p:cNvPr id="4368" name="Google Shape;436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9" name="Google Shape;436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0" name="Google Shape;437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1" name="Google Shape;4371;p173"/>
            <p:cNvGrpSpPr/>
            <p:nvPr/>
          </p:nvGrpSpPr>
          <p:grpSpPr>
            <a:xfrm>
              <a:off x="7556752" y="5437647"/>
              <a:ext cx="935888" cy="992868"/>
              <a:chOff x="5562600" y="2704822"/>
              <a:chExt cx="1066418" cy="1330922"/>
            </a:xfrm>
          </p:grpSpPr>
          <p:sp>
            <p:nvSpPr>
              <p:cNvPr id="4372" name="Google Shape;437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3" name="Google Shape;437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4" name="Google Shape;437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5" name="Google Shape;4375;p173"/>
            <p:cNvGrpSpPr/>
            <p:nvPr/>
          </p:nvGrpSpPr>
          <p:grpSpPr>
            <a:xfrm>
              <a:off x="9856909" y="4898853"/>
              <a:ext cx="935888" cy="992868"/>
              <a:chOff x="5562600" y="2704822"/>
              <a:chExt cx="1066418" cy="1330922"/>
            </a:xfrm>
          </p:grpSpPr>
          <p:sp>
            <p:nvSpPr>
              <p:cNvPr id="4376" name="Google Shape;437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7" name="Google Shape;437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9" name="Google Shape;4379;p173"/>
            <p:cNvGrpSpPr/>
            <p:nvPr/>
          </p:nvGrpSpPr>
          <p:grpSpPr>
            <a:xfrm>
              <a:off x="2807793" y="5416487"/>
              <a:ext cx="935888" cy="992868"/>
              <a:chOff x="5562600" y="2704822"/>
              <a:chExt cx="1066418" cy="1330922"/>
            </a:xfrm>
          </p:grpSpPr>
          <p:sp>
            <p:nvSpPr>
              <p:cNvPr id="4380" name="Google Shape;4380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1" name="Google Shape;4381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3" name="Google Shape;4383;p173"/>
            <p:cNvGrpSpPr/>
            <p:nvPr/>
          </p:nvGrpSpPr>
          <p:grpSpPr>
            <a:xfrm>
              <a:off x="402726" y="5110864"/>
              <a:ext cx="935888" cy="992868"/>
              <a:chOff x="5562600" y="2704822"/>
              <a:chExt cx="1066418" cy="1330922"/>
            </a:xfrm>
          </p:grpSpPr>
          <p:sp>
            <p:nvSpPr>
              <p:cNvPr id="4384" name="Google Shape;438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6" name="Google Shape;438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7" name="Google Shape;4387;p173"/>
            <p:cNvGrpSpPr/>
            <p:nvPr/>
          </p:nvGrpSpPr>
          <p:grpSpPr>
            <a:xfrm>
              <a:off x="4222572" y="6054714"/>
              <a:ext cx="615430" cy="652817"/>
              <a:chOff x="5562600" y="2704822"/>
              <a:chExt cx="1066418" cy="1330922"/>
            </a:xfrm>
          </p:grpSpPr>
          <p:sp>
            <p:nvSpPr>
              <p:cNvPr id="4388" name="Google Shape;438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0" name="Google Shape;439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1" name="Google Shape;4391;p173"/>
            <p:cNvGrpSpPr/>
            <p:nvPr/>
          </p:nvGrpSpPr>
          <p:grpSpPr>
            <a:xfrm>
              <a:off x="6266030" y="5263604"/>
              <a:ext cx="615430" cy="652817"/>
              <a:chOff x="5562600" y="2704822"/>
              <a:chExt cx="1066418" cy="1330922"/>
            </a:xfrm>
          </p:grpSpPr>
          <p:sp>
            <p:nvSpPr>
              <p:cNvPr id="4392" name="Google Shape;439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3" name="Google Shape;439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5" name="Google Shape;4395;p173"/>
            <p:cNvGrpSpPr/>
            <p:nvPr/>
          </p:nvGrpSpPr>
          <p:grpSpPr>
            <a:xfrm>
              <a:off x="6764598" y="6383487"/>
              <a:ext cx="615430" cy="652817"/>
              <a:chOff x="5562600" y="2704822"/>
              <a:chExt cx="1066418" cy="1330922"/>
            </a:xfrm>
          </p:grpSpPr>
          <p:sp>
            <p:nvSpPr>
              <p:cNvPr id="4396" name="Google Shape;439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7" name="Google Shape;439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3" name="Google Shape;4403;p173"/>
            <p:cNvGrpSpPr/>
            <p:nvPr/>
          </p:nvGrpSpPr>
          <p:grpSpPr>
            <a:xfrm>
              <a:off x="1941338" y="5205035"/>
              <a:ext cx="615430" cy="652817"/>
              <a:chOff x="5562600" y="2704822"/>
              <a:chExt cx="1066418" cy="1330922"/>
            </a:xfrm>
          </p:grpSpPr>
          <p:sp>
            <p:nvSpPr>
              <p:cNvPr id="4404" name="Google Shape;440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5" name="Google Shape;440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6" name="Google Shape;440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7" name="Google Shape;4407;p173"/>
            <p:cNvGrpSpPr/>
            <p:nvPr/>
          </p:nvGrpSpPr>
          <p:grpSpPr>
            <a:xfrm>
              <a:off x="-202233" y="6355087"/>
              <a:ext cx="615430" cy="652817"/>
              <a:chOff x="5562600" y="2704822"/>
              <a:chExt cx="1066418" cy="1330922"/>
            </a:xfrm>
          </p:grpSpPr>
          <p:sp>
            <p:nvSpPr>
              <p:cNvPr id="4408" name="Google Shape;440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9" name="Google Shape;440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0" name="Google Shape;441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1" name="Google Shape;4411;p173"/>
            <p:cNvGrpSpPr/>
            <p:nvPr/>
          </p:nvGrpSpPr>
          <p:grpSpPr>
            <a:xfrm>
              <a:off x="1544759" y="6242068"/>
              <a:ext cx="716633" cy="760223"/>
              <a:chOff x="5562600" y="2704822"/>
              <a:chExt cx="1066418" cy="1330922"/>
            </a:xfrm>
          </p:grpSpPr>
          <p:sp>
            <p:nvSpPr>
              <p:cNvPr id="4412" name="Google Shape;441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3" name="Google Shape;441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4" name="Google Shape;441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5" name="Google Shape;4415;p173"/>
            <p:cNvGrpSpPr/>
            <p:nvPr/>
          </p:nvGrpSpPr>
          <p:grpSpPr>
            <a:xfrm>
              <a:off x="5307950" y="6558836"/>
              <a:ext cx="716633" cy="760223"/>
              <a:chOff x="5562600" y="2704822"/>
              <a:chExt cx="1066418" cy="1330922"/>
            </a:xfrm>
          </p:grpSpPr>
          <p:sp>
            <p:nvSpPr>
              <p:cNvPr id="4416" name="Google Shape;441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7" name="Google Shape;441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8" name="Google Shape;441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3" name="Google Shape;4423;p173"/>
            <p:cNvGrpSpPr/>
            <p:nvPr/>
          </p:nvGrpSpPr>
          <p:grpSpPr>
            <a:xfrm>
              <a:off x="3517858" y="5340271"/>
              <a:ext cx="457200" cy="457200"/>
              <a:chOff x="2501858" y="3905171"/>
              <a:chExt cx="457200" cy="457200"/>
            </a:xfrm>
          </p:grpSpPr>
          <p:sp>
            <p:nvSpPr>
              <p:cNvPr id="4424" name="Google Shape;4424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25" name="Google Shape;4425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26" name="Google Shape;4426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7" name="Google Shape;4427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28" name="Google Shape;4428;p173"/>
            <p:cNvGrpSpPr/>
            <p:nvPr/>
          </p:nvGrpSpPr>
          <p:grpSpPr>
            <a:xfrm>
              <a:off x="2581448" y="6084878"/>
              <a:ext cx="457200" cy="457200"/>
              <a:chOff x="1504675" y="4508420"/>
              <a:chExt cx="457200" cy="457200"/>
            </a:xfrm>
          </p:grpSpPr>
          <p:sp>
            <p:nvSpPr>
              <p:cNvPr id="4429" name="Google Shape;4429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0" name="Google Shape;4430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431" name="Google Shape;4431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2" name="Google Shape;4432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3" name="Google Shape;4433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4" name="Google Shape;4434;p173"/>
            <p:cNvGrpSpPr/>
            <p:nvPr/>
          </p:nvGrpSpPr>
          <p:grpSpPr>
            <a:xfrm>
              <a:off x="180700" y="5797470"/>
              <a:ext cx="457200" cy="457200"/>
              <a:chOff x="904600" y="3905170"/>
              <a:chExt cx="457200" cy="457200"/>
            </a:xfrm>
          </p:grpSpPr>
          <p:sp>
            <p:nvSpPr>
              <p:cNvPr id="4435" name="Google Shape;4435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6" name="Google Shape;4436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437" name="Google Shape;4437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8" name="Google Shape;4438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9" name="Google Shape;4439;p173"/>
            <p:cNvGrpSpPr/>
            <p:nvPr/>
          </p:nvGrpSpPr>
          <p:grpSpPr>
            <a:xfrm>
              <a:off x="1369705" y="6181238"/>
              <a:ext cx="361462" cy="361462"/>
              <a:chOff x="2501858" y="3905171"/>
              <a:chExt cx="457200" cy="457200"/>
            </a:xfrm>
          </p:grpSpPr>
          <p:sp>
            <p:nvSpPr>
              <p:cNvPr id="4440" name="Google Shape;4440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1" name="Google Shape;4441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42" name="Google Shape;4442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3" name="Google Shape;4443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44" name="Google Shape;4444;p173"/>
            <p:cNvGrpSpPr/>
            <p:nvPr/>
          </p:nvGrpSpPr>
          <p:grpSpPr>
            <a:xfrm>
              <a:off x="4069452" y="5946104"/>
              <a:ext cx="361462" cy="361462"/>
              <a:chOff x="904600" y="4508420"/>
              <a:chExt cx="457200" cy="457200"/>
            </a:xfrm>
          </p:grpSpPr>
          <p:sp>
            <p:nvSpPr>
              <p:cNvPr id="4445" name="Google Shape;4445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6" name="Google Shape;4446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447" name="Google Shape;4447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8" name="Google Shape;4448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449" name="Google Shape;4449;p173"/>
            <p:cNvSpPr txBox="1"/>
            <p:nvPr/>
          </p:nvSpPr>
          <p:spPr>
            <a:xfrm>
              <a:off x="511864" y="6475169"/>
              <a:ext cx="1031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173"/>
            <p:cNvSpPr txBox="1"/>
            <p:nvPr/>
          </p:nvSpPr>
          <p:spPr>
            <a:xfrm>
              <a:off x="5042635" y="6157118"/>
              <a:ext cx="913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173"/>
            <p:cNvSpPr txBox="1"/>
            <p:nvPr/>
          </p:nvSpPr>
          <p:spPr>
            <a:xfrm>
              <a:off x="7994939" y="4996137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173"/>
            <p:cNvSpPr txBox="1"/>
            <p:nvPr/>
          </p:nvSpPr>
          <p:spPr>
            <a:xfrm>
              <a:off x="7493987" y="6496164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00011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173"/>
            <p:cNvSpPr txBox="1"/>
            <p:nvPr/>
          </p:nvSpPr>
          <p:spPr>
            <a:xfrm>
              <a:off x="4029902" y="5560770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173"/>
            <p:cNvSpPr txBox="1"/>
            <p:nvPr/>
          </p:nvSpPr>
          <p:spPr>
            <a:xfrm>
              <a:off x="3947731" y="5243354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173"/>
            <p:cNvSpPr txBox="1"/>
            <p:nvPr/>
          </p:nvSpPr>
          <p:spPr>
            <a:xfrm>
              <a:off x="6057302" y="6415781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173"/>
            <p:cNvSpPr txBox="1"/>
            <p:nvPr/>
          </p:nvSpPr>
          <p:spPr>
            <a:xfrm>
              <a:off x="8716612" y="5741589"/>
              <a:ext cx="7332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173"/>
            <p:cNvSpPr txBox="1"/>
            <p:nvPr/>
          </p:nvSpPr>
          <p:spPr>
            <a:xfrm>
              <a:off x="571360" y="6201453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01101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59" name="Google Shape;4459;p173"/>
            <p:cNvGrpSpPr/>
            <p:nvPr/>
          </p:nvGrpSpPr>
          <p:grpSpPr>
            <a:xfrm>
              <a:off x="11361323" y="5367095"/>
              <a:ext cx="249328" cy="217587"/>
              <a:chOff x="3774174" y="5612438"/>
              <a:chExt cx="249328" cy="217587"/>
            </a:xfrm>
          </p:grpSpPr>
          <p:sp>
            <p:nvSpPr>
              <p:cNvPr id="4460" name="Google Shape;4460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1" name="Google Shape;4461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2" name="Google Shape;4462;p173"/>
            <p:cNvGrpSpPr/>
            <p:nvPr/>
          </p:nvGrpSpPr>
          <p:grpSpPr>
            <a:xfrm>
              <a:off x="8916796" y="6282997"/>
              <a:ext cx="223107" cy="181979"/>
              <a:chOff x="10827985" y="5110002"/>
              <a:chExt cx="223107" cy="181979"/>
            </a:xfrm>
          </p:grpSpPr>
          <p:sp>
            <p:nvSpPr>
              <p:cNvPr id="4463" name="Google Shape;4463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4" name="Google Shape;4464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5" name="Google Shape;4465;p173"/>
            <p:cNvGrpSpPr/>
            <p:nvPr/>
          </p:nvGrpSpPr>
          <p:grpSpPr>
            <a:xfrm>
              <a:off x="2210451" y="5995505"/>
              <a:ext cx="275470" cy="196334"/>
              <a:chOff x="8527246" y="6418263"/>
              <a:chExt cx="275470" cy="196334"/>
            </a:xfrm>
          </p:grpSpPr>
          <p:sp>
            <p:nvSpPr>
              <p:cNvPr id="4466" name="Google Shape;4466;p173"/>
              <p:cNvSpPr/>
              <p:nvPr/>
            </p:nvSpPr>
            <p:spPr>
              <a:xfrm>
                <a:off x="8527246" y="6482591"/>
                <a:ext cx="124931" cy="132006"/>
              </a:xfrm>
              <a:custGeom>
                <a:avLst/>
                <a:gdLst/>
                <a:ahLst/>
                <a:cxnLst/>
                <a:rect l="l" t="t" r="r" b="b"/>
                <a:pathLst>
                  <a:path w="602075" h="636174" extrusionOk="0">
                    <a:moveTo>
                      <a:pt x="428435" y="305657"/>
                    </a:moveTo>
                    <a:lnTo>
                      <a:pt x="428435" y="0"/>
                    </a:lnTo>
                    <a:lnTo>
                      <a:pt x="30956" y="0"/>
                    </a:lnTo>
                    <a:cubicBezTo>
                      <a:pt x="13907" y="0"/>
                      <a:pt x="0" y="13811"/>
                      <a:pt x="0" y="30956"/>
                    </a:cubicBezTo>
                    <a:lnTo>
                      <a:pt x="0" y="445580"/>
                    </a:lnTo>
                    <a:cubicBezTo>
                      <a:pt x="0" y="462629"/>
                      <a:pt x="13811" y="476536"/>
                      <a:pt x="30956" y="476536"/>
                    </a:cubicBezTo>
                    <a:lnTo>
                      <a:pt x="291941" y="476536"/>
                    </a:lnTo>
                    <a:lnTo>
                      <a:pt x="451580" y="636175"/>
                    </a:lnTo>
                    <a:cubicBezTo>
                      <a:pt x="448818" y="636175"/>
                      <a:pt x="450628" y="537591"/>
                      <a:pt x="451580" y="476536"/>
                    </a:cubicBezTo>
                    <a:lnTo>
                      <a:pt x="571119" y="476536"/>
                    </a:lnTo>
                    <a:cubicBezTo>
                      <a:pt x="588169" y="476536"/>
                      <a:pt x="602075" y="462725"/>
                      <a:pt x="602075" y="445580"/>
                    </a:cubicBezTo>
                    <a:lnTo>
                      <a:pt x="602075" y="413290"/>
                    </a:lnTo>
                    <a:lnTo>
                      <a:pt x="535972" y="413290"/>
                    </a:lnTo>
                    <a:cubicBezTo>
                      <a:pt x="476726" y="413290"/>
                      <a:pt x="428435" y="365093"/>
                      <a:pt x="428435" y="305753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7" name="Google Shape;4467;p173"/>
              <p:cNvSpPr/>
              <p:nvPr/>
            </p:nvSpPr>
            <p:spPr>
              <a:xfrm>
                <a:off x="8628276" y="6418263"/>
                <a:ext cx="174440" cy="184283"/>
              </a:xfrm>
              <a:custGeom>
                <a:avLst/>
                <a:gdLst/>
                <a:ahLst/>
                <a:cxnLst/>
                <a:rect l="l" t="t" r="r" b="b"/>
                <a:pathLst>
                  <a:path w="840676" h="888110" extrusionOk="0">
                    <a:moveTo>
                      <a:pt x="790194" y="0"/>
                    </a:moveTo>
                    <a:lnTo>
                      <a:pt x="50387" y="0"/>
                    </a:lnTo>
                    <a:cubicBezTo>
                      <a:pt x="22574" y="0"/>
                      <a:pt x="0" y="22574"/>
                      <a:pt x="0" y="50387"/>
                    </a:cubicBezTo>
                    <a:lnTo>
                      <a:pt x="0" y="614839"/>
                    </a:lnTo>
                    <a:cubicBezTo>
                      <a:pt x="0" y="642652"/>
                      <a:pt x="22574" y="665226"/>
                      <a:pt x="50387" y="665226"/>
                    </a:cubicBezTo>
                    <a:lnTo>
                      <a:pt x="211265" y="665226"/>
                    </a:lnTo>
                    <a:cubicBezTo>
                      <a:pt x="212598" y="750475"/>
                      <a:pt x="215170" y="888111"/>
                      <a:pt x="211265" y="888111"/>
                    </a:cubicBezTo>
                    <a:lnTo>
                      <a:pt x="433102" y="665226"/>
                    </a:lnTo>
                    <a:lnTo>
                      <a:pt x="790289" y="665226"/>
                    </a:lnTo>
                    <a:cubicBezTo>
                      <a:pt x="818102" y="665226"/>
                      <a:pt x="840677" y="642652"/>
                      <a:pt x="840677" y="614839"/>
                    </a:cubicBezTo>
                    <a:lnTo>
                      <a:pt x="840677" y="50387"/>
                    </a:lnTo>
                    <a:cubicBezTo>
                      <a:pt x="840677" y="22574"/>
                      <a:pt x="818102" y="0"/>
                      <a:pt x="790289" y="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8" name="Google Shape;4468;p173"/>
            <p:cNvGrpSpPr/>
            <p:nvPr/>
          </p:nvGrpSpPr>
          <p:grpSpPr>
            <a:xfrm>
              <a:off x="2709690" y="6688606"/>
              <a:ext cx="249328" cy="217587"/>
              <a:chOff x="3774174" y="5612438"/>
              <a:chExt cx="249328" cy="217587"/>
            </a:xfrm>
          </p:grpSpPr>
          <p:sp>
            <p:nvSpPr>
              <p:cNvPr id="4469" name="Google Shape;4469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0" name="Google Shape;4470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1" name="Google Shape;4471;p173"/>
            <p:cNvSpPr txBox="1"/>
            <p:nvPr/>
          </p:nvSpPr>
          <p:spPr>
            <a:xfrm>
              <a:off x="3323626" y="6539606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2" name="Google Shape;4472;p173"/>
            <p:cNvGrpSpPr/>
            <p:nvPr/>
          </p:nvGrpSpPr>
          <p:grpSpPr>
            <a:xfrm>
              <a:off x="-67150" y="5295432"/>
              <a:ext cx="234334" cy="255646"/>
              <a:chOff x="2852263" y="6337743"/>
              <a:chExt cx="234334" cy="255646"/>
            </a:xfrm>
          </p:grpSpPr>
          <p:sp>
            <p:nvSpPr>
              <p:cNvPr id="4473" name="Google Shape;4473;p173"/>
              <p:cNvSpPr/>
              <p:nvPr/>
            </p:nvSpPr>
            <p:spPr>
              <a:xfrm>
                <a:off x="2852263" y="6354476"/>
                <a:ext cx="128853" cy="236122"/>
              </a:xfrm>
              <a:custGeom>
                <a:avLst/>
                <a:gdLst/>
                <a:ahLst/>
                <a:cxnLst/>
                <a:rect l="l" t="t" r="r" b="b"/>
                <a:pathLst>
                  <a:path w="153854" h="281937" extrusionOk="0">
                    <a:moveTo>
                      <a:pt x="95705" y="7294"/>
                    </a:moveTo>
                    <a:lnTo>
                      <a:pt x="28946" y="0"/>
                    </a:lnTo>
                    <a:lnTo>
                      <a:pt x="0" y="265148"/>
                    </a:lnTo>
                    <a:lnTo>
                      <a:pt x="153855" y="281938"/>
                    </a:lnTo>
                    <a:lnTo>
                      <a:pt x="32579" y="250446"/>
                    </a:lnTo>
                    <a:lnTo>
                      <a:pt x="95705" y="7294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4" name="Google Shape;4474;p173"/>
              <p:cNvSpPr/>
              <p:nvPr/>
            </p:nvSpPr>
            <p:spPr>
              <a:xfrm>
                <a:off x="2897051" y="6337743"/>
                <a:ext cx="186010" cy="255646"/>
              </a:xfrm>
              <a:custGeom>
                <a:avLst/>
                <a:gdLst/>
                <a:ahLst/>
                <a:cxnLst/>
                <a:rect l="l" t="t" r="r" b="b"/>
                <a:pathLst>
                  <a:path w="222101" h="305249" extrusionOk="0">
                    <a:moveTo>
                      <a:pt x="147190" y="20823"/>
                    </a:moveTo>
                    <a:lnTo>
                      <a:pt x="67016" y="0"/>
                    </a:lnTo>
                    <a:lnTo>
                      <a:pt x="0" y="258140"/>
                    </a:lnTo>
                    <a:lnTo>
                      <a:pt x="181371" y="305249"/>
                    </a:lnTo>
                    <a:lnTo>
                      <a:pt x="222101" y="148306"/>
                    </a:lnTo>
                    <a:lnTo>
                      <a:pt x="120904" y="122020"/>
                    </a:lnTo>
                    <a:lnTo>
                      <a:pt x="147190" y="20823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5" name="Google Shape;4475;p173"/>
              <p:cNvSpPr/>
              <p:nvPr/>
            </p:nvSpPr>
            <p:spPr>
              <a:xfrm>
                <a:off x="3015739" y="6358784"/>
                <a:ext cx="70858" cy="89231"/>
              </a:xfrm>
              <a:custGeom>
                <a:avLst/>
                <a:gdLst/>
                <a:ahLst/>
                <a:cxnLst/>
                <a:rect l="l" t="t" r="r" b="b"/>
                <a:pathLst>
                  <a:path w="84607" h="106545" extrusionOk="0">
                    <a:moveTo>
                      <a:pt x="0" y="84578"/>
                    </a:moveTo>
                    <a:lnTo>
                      <a:pt x="0" y="84578"/>
                    </a:lnTo>
                    <a:lnTo>
                      <a:pt x="11985" y="87696"/>
                    </a:lnTo>
                    <a:lnTo>
                      <a:pt x="11985" y="87696"/>
                    </a:lnTo>
                    <a:lnTo>
                      <a:pt x="84607" y="106545"/>
                    </a:lnTo>
                    <a:lnTo>
                      <a:pt x="21996" y="0"/>
                    </a:lnTo>
                    <a:lnTo>
                      <a:pt x="0" y="84578"/>
                    </a:lnTo>
                    <a:lnTo>
                      <a:pt x="0" y="84578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6" name="Google Shape;4476;p173"/>
            <p:cNvGrpSpPr/>
            <p:nvPr/>
          </p:nvGrpSpPr>
          <p:grpSpPr>
            <a:xfrm>
              <a:off x="2716021" y="5130472"/>
              <a:ext cx="223107" cy="181979"/>
              <a:chOff x="10827985" y="5110002"/>
              <a:chExt cx="223107" cy="181979"/>
            </a:xfrm>
          </p:grpSpPr>
          <p:sp>
            <p:nvSpPr>
              <p:cNvPr id="4477" name="Google Shape;4477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8" name="Google Shape;4478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9" name="Google Shape;4479;p173"/>
            <p:cNvSpPr txBox="1"/>
            <p:nvPr/>
          </p:nvSpPr>
          <p:spPr>
            <a:xfrm>
              <a:off x="11735774" y="4989438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173"/>
            <p:cNvSpPr txBox="1"/>
            <p:nvPr/>
          </p:nvSpPr>
          <p:spPr>
            <a:xfrm>
              <a:off x="11716577" y="5665545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1" name="Google Shape;4481;p173"/>
            <p:cNvGrpSpPr/>
            <p:nvPr/>
          </p:nvGrpSpPr>
          <p:grpSpPr>
            <a:xfrm>
              <a:off x="4534324" y="4900597"/>
              <a:ext cx="424570" cy="424570"/>
              <a:chOff x="1341330" y="3905170"/>
              <a:chExt cx="364500" cy="364500"/>
            </a:xfrm>
          </p:grpSpPr>
          <p:sp>
            <p:nvSpPr>
              <p:cNvPr id="4482" name="Google Shape;4482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83" name="Google Shape;4483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484" name="Google Shape;4484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485" name="Google Shape;4485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6" name="Google Shape;4486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7" name="Google Shape;4487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8" name="Google Shape;4488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489" name="Google Shape;4489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490" name="Google Shape;4490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491" name="Google Shape;4491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2" name="Google Shape;4492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3" name="Google Shape;4493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494" name="Google Shape;4494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495" name="Google Shape;4495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6" name="Google Shape;4496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7" name="Google Shape;4497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98" name="Google Shape;4498;p173"/>
            <p:cNvGrpSpPr/>
            <p:nvPr/>
          </p:nvGrpSpPr>
          <p:grpSpPr>
            <a:xfrm>
              <a:off x="6718945" y="5181072"/>
              <a:ext cx="361462" cy="361462"/>
              <a:chOff x="2501858" y="3905171"/>
              <a:chExt cx="457200" cy="457200"/>
            </a:xfrm>
          </p:grpSpPr>
          <p:sp>
            <p:nvSpPr>
              <p:cNvPr id="4499" name="Google Shape;449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0" name="Google Shape;450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01" name="Google Shape;450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2" name="Google Shape;450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03" name="Google Shape;4503;p173"/>
            <p:cNvGrpSpPr/>
            <p:nvPr/>
          </p:nvGrpSpPr>
          <p:grpSpPr>
            <a:xfrm>
              <a:off x="5451508" y="5661549"/>
              <a:ext cx="413647" cy="413647"/>
              <a:chOff x="1785458" y="3905171"/>
              <a:chExt cx="373800" cy="373800"/>
            </a:xfrm>
          </p:grpSpPr>
          <p:sp>
            <p:nvSpPr>
              <p:cNvPr id="4504" name="Google Shape;4504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5" name="Google Shape;4505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06" name="Google Shape;4506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7" name="Google Shape;4507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8" name="Google Shape;4508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9" name="Google Shape;4509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0" name="Google Shape;4510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1" name="Google Shape;4511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2" name="Google Shape;4512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3" name="Google Shape;4513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4" name="Google Shape;4514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5" name="Google Shape;4515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6" name="Google Shape;4516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17" name="Google Shape;4517;p173"/>
            <p:cNvGrpSpPr/>
            <p:nvPr/>
          </p:nvGrpSpPr>
          <p:grpSpPr>
            <a:xfrm>
              <a:off x="6600268" y="6310109"/>
              <a:ext cx="343952" cy="343952"/>
              <a:chOff x="904600" y="3905170"/>
              <a:chExt cx="457200" cy="457200"/>
            </a:xfrm>
          </p:grpSpPr>
          <p:sp>
            <p:nvSpPr>
              <p:cNvPr id="4518" name="Google Shape;4518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19" name="Google Shape;4519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20" name="Google Shape;4520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1" name="Google Shape;4521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2" name="Google Shape;4522;p173"/>
            <p:cNvGrpSpPr/>
            <p:nvPr/>
          </p:nvGrpSpPr>
          <p:grpSpPr>
            <a:xfrm>
              <a:off x="8279303" y="6119608"/>
              <a:ext cx="448330" cy="448330"/>
              <a:chOff x="904600" y="4508420"/>
              <a:chExt cx="457200" cy="457200"/>
            </a:xfrm>
          </p:grpSpPr>
          <p:sp>
            <p:nvSpPr>
              <p:cNvPr id="4523" name="Google Shape;4523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4" name="Google Shape;4524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525" name="Google Shape;4525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6" name="Google Shape;4526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7" name="Google Shape;4527;p173"/>
            <p:cNvGrpSpPr/>
            <p:nvPr/>
          </p:nvGrpSpPr>
          <p:grpSpPr>
            <a:xfrm>
              <a:off x="7321046" y="5381831"/>
              <a:ext cx="457200" cy="457200"/>
              <a:chOff x="1504675" y="4508420"/>
              <a:chExt cx="457200" cy="457200"/>
            </a:xfrm>
          </p:grpSpPr>
          <p:sp>
            <p:nvSpPr>
              <p:cNvPr id="4528" name="Google Shape;4528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9" name="Google Shape;4529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530" name="Google Shape;4530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1" name="Google Shape;4531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2" name="Google Shape;4532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3" name="Google Shape;4533;p173"/>
            <p:cNvGrpSpPr/>
            <p:nvPr/>
          </p:nvGrpSpPr>
          <p:grpSpPr>
            <a:xfrm>
              <a:off x="10564187" y="4817354"/>
              <a:ext cx="457200" cy="457200"/>
              <a:chOff x="904600" y="3905170"/>
              <a:chExt cx="457200" cy="457200"/>
            </a:xfrm>
          </p:grpSpPr>
          <p:sp>
            <p:nvSpPr>
              <p:cNvPr id="4534" name="Google Shape;4534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35" name="Google Shape;4535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36" name="Google Shape;4536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7" name="Google Shape;4537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8" name="Google Shape;4538;p173"/>
            <p:cNvGrpSpPr/>
            <p:nvPr/>
          </p:nvGrpSpPr>
          <p:grpSpPr>
            <a:xfrm>
              <a:off x="9619208" y="5590739"/>
              <a:ext cx="457200" cy="457200"/>
              <a:chOff x="2501858" y="3905171"/>
              <a:chExt cx="457200" cy="457200"/>
            </a:xfrm>
          </p:grpSpPr>
          <p:sp>
            <p:nvSpPr>
              <p:cNvPr id="4539" name="Google Shape;453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40" name="Google Shape;454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41" name="Google Shape;454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2" name="Google Shape;454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49" name="Google Shape;4549;p173"/>
            <p:cNvGrpSpPr/>
            <p:nvPr/>
          </p:nvGrpSpPr>
          <p:grpSpPr>
            <a:xfrm>
              <a:off x="1772470" y="5612982"/>
              <a:ext cx="332570" cy="332570"/>
              <a:chOff x="1341330" y="3905170"/>
              <a:chExt cx="364500" cy="364500"/>
            </a:xfrm>
          </p:grpSpPr>
          <p:sp>
            <p:nvSpPr>
              <p:cNvPr id="4550" name="Google Shape;4550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51" name="Google Shape;4551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552" name="Google Shape;4552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553" name="Google Shape;4553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4" name="Google Shape;4554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5" name="Google Shape;4555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556" name="Google Shape;4556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557" name="Google Shape;4557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558" name="Google Shape;4558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559" name="Google Shape;4559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0" name="Google Shape;4560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1" name="Google Shape;4561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562" name="Google Shape;4562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563" name="Google Shape;4563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4" name="Google Shape;4564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5" name="Google Shape;4565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566" name="Google Shape;4566;p173"/>
            <p:cNvGrpSpPr/>
            <p:nvPr/>
          </p:nvGrpSpPr>
          <p:grpSpPr>
            <a:xfrm>
              <a:off x="1148646" y="5072215"/>
              <a:ext cx="342363" cy="342363"/>
              <a:chOff x="1785458" y="3905171"/>
              <a:chExt cx="373800" cy="373800"/>
            </a:xfrm>
          </p:grpSpPr>
          <p:sp>
            <p:nvSpPr>
              <p:cNvPr id="4567" name="Google Shape;4567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68" name="Google Shape;4568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69" name="Google Shape;4569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0" name="Google Shape;4570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1" name="Google Shape;4571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2" name="Google Shape;4572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3" name="Google Shape;4573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4" name="Google Shape;4574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5" name="Google Shape;4575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6" name="Google Shape;4576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7" name="Google Shape;4577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8" name="Google Shape;4578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9" name="Google Shape;4579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80" name="Google Shape;4580;p173"/>
            <p:cNvGrpSpPr/>
            <p:nvPr/>
          </p:nvGrpSpPr>
          <p:grpSpPr>
            <a:xfrm>
              <a:off x="8877546" y="4905764"/>
              <a:ext cx="585463" cy="621008"/>
              <a:chOff x="5562600" y="2704822"/>
              <a:chExt cx="1066418" cy="1330922"/>
            </a:xfrm>
          </p:grpSpPr>
          <p:sp>
            <p:nvSpPr>
              <p:cNvPr id="4581" name="Google Shape;4581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3" name="Google Shape;4583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84" name="Google Shape;4584;p173"/>
          <p:cNvGrpSpPr/>
          <p:nvPr/>
        </p:nvGrpSpPr>
        <p:grpSpPr>
          <a:xfrm>
            <a:off x="-136199" y="-287584"/>
            <a:ext cx="12418278" cy="2393312"/>
            <a:chOff x="-136200" y="-288563"/>
            <a:chExt cx="12418278" cy="2394030"/>
          </a:xfrm>
        </p:grpSpPr>
        <p:grpSp>
          <p:nvGrpSpPr>
            <p:cNvPr id="4585" name="Google Shape;4585;p173"/>
            <p:cNvGrpSpPr/>
            <p:nvPr/>
          </p:nvGrpSpPr>
          <p:grpSpPr>
            <a:xfrm>
              <a:off x="8197904" y="866941"/>
              <a:ext cx="819030" cy="819030"/>
              <a:chOff x="2615129" y="2596887"/>
              <a:chExt cx="3630453" cy="3630453"/>
            </a:xfrm>
          </p:grpSpPr>
          <p:sp>
            <p:nvSpPr>
              <p:cNvPr id="4586" name="Google Shape;458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87" name="Google Shape;458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8" name="Google Shape;458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9" name="Google Shape;458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0" name="Google Shape;4590;p173"/>
            <p:cNvGrpSpPr/>
            <p:nvPr/>
          </p:nvGrpSpPr>
          <p:grpSpPr>
            <a:xfrm>
              <a:off x="6464409" y="365398"/>
              <a:ext cx="819030" cy="819030"/>
              <a:chOff x="2615129" y="2596887"/>
              <a:chExt cx="3630453" cy="3630453"/>
            </a:xfrm>
          </p:grpSpPr>
          <p:sp>
            <p:nvSpPr>
              <p:cNvPr id="4591" name="Google Shape;4591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2" name="Google Shape;4592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3" name="Google Shape;4593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4" name="Google Shape;4594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5" name="Google Shape;4595;p173"/>
            <p:cNvGrpSpPr/>
            <p:nvPr/>
          </p:nvGrpSpPr>
          <p:grpSpPr>
            <a:xfrm>
              <a:off x="2260040" y="902238"/>
              <a:ext cx="819030" cy="819030"/>
              <a:chOff x="2615129" y="2596887"/>
              <a:chExt cx="3630453" cy="3630453"/>
            </a:xfrm>
          </p:grpSpPr>
          <p:sp>
            <p:nvSpPr>
              <p:cNvPr id="4596" name="Google Shape;459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7" name="Google Shape;459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8" name="Google Shape;459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9" name="Google Shape;459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8" name="Google Shape;4608;p173"/>
            <p:cNvGrpSpPr/>
            <p:nvPr/>
          </p:nvGrpSpPr>
          <p:grpSpPr>
            <a:xfrm>
              <a:off x="7064256" y="1348288"/>
              <a:ext cx="777028" cy="757179"/>
              <a:chOff x="2073624" y="-497637"/>
              <a:chExt cx="777028" cy="757179"/>
            </a:xfrm>
          </p:grpSpPr>
          <p:grpSp>
            <p:nvGrpSpPr>
              <p:cNvPr id="4609" name="Google Shape;4609;p173"/>
              <p:cNvGrpSpPr/>
              <p:nvPr/>
            </p:nvGrpSpPr>
            <p:grpSpPr>
              <a:xfrm>
                <a:off x="2073624" y="-497637"/>
                <a:ext cx="540429" cy="540429"/>
                <a:chOff x="1412135" y="3086621"/>
                <a:chExt cx="816852" cy="816852"/>
              </a:xfrm>
            </p:grpSpPr>
            <p:sp>
              <p:nvSpPr>
                <p:cNvPr id="4610" name="Google Shape;461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11" name="Google Shape;461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2" name="Google Shape;461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3" name="Google Shape;461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14" name="Google Shape;4614;p173"/>
              <p:cNvSpPr/>
              <p:nvPr/>
            </p:nvSpPr>
            <p:spPr>
              <a:xfrm>
                <a:off x="2441452" y="-14965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15" name="Google Shape;4615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2488428" y="-102692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16" name="Google Shape;4616;p173"/>
            <p:cNvSpPr/>
            <p:nvPr/>
          </p:nvSpPr>
          <p:spPr>
            <a:xfrm>
              <a:off x="8322788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173"/>
            <p:cNvSpPr/>
            <p:nvPr/>
          </p:nvSpPr>
          <p:spPr>
            <a:xfrm>
              <a:off x="2959058" y="44865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8" name="Google Shape;4618;p173"/>
            <p:cNvGrpSpPr/>
            <p:nvPr/>
          </p:nvGrpSpPr>
          <p:grpSpPr>
            <a:xfrm>
              <a:off x="3753924" y="242624"/>
              <a:ext cx="777028" cy="757179"/>
              <a:chOff x="-37533" y="336424"/>
              <a:chExt cx="777028" cy="757179"/>
            </a:xfrm>
          </p:grpSpPr>
          <p:grpSp>
            <p:nvGrpSpPr>
              <p:cNvPr id="4619" name="Google Shape;4619;p173"/>
              <p:cNvGrpSpPr/>
              <p:nvPr/>
            </p:nvGrpSpPr>
            <p:grpSpPr>
              <a:xfrm>
                <a:off x="-37533" y="336424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0" name="Google Shape;462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1" name="Google Shape;462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2" name="Google Shape;462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3" name="Google Shape;462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24" name="Google Shape;4624;p173"/>
              <p:cNvSpPr/>
              <p:nvPr/>
            </p:nvSpPr>
            <p:spPr>
              <a:xfrm>
                <a:off x="330295" y="6844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25" name="Google Shape;4625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06400" y="7605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26" name="Google Shape;4626;p173"/>
            <p:cNvGrpSpPr/>
            <p:nvPr/>
          </p:nvGrpSpPr>
          <p:grpSpPr>
            <a:xfrm>
              <a:off x="4652689" y="1034760"/>
              <a:ext cx="777028" cy="757179"/>
              <a:chOff x="4652689" y="1034760"/>
              <a:chExt cx="777028" cy="757179"/>
            </a:xfrm>
          </p:grpSpPr>
          <p:grpSp>
            <p:nvGrpSpPr>
              <p:cNvPr id="4627" name="Google Shape;4627;p173"/>
              <p:cNvGrpSpPr/>
              <p:nvPr/>
            </p:nvGrpSpPr>
            <p:grpSpPr>
              <a:xfrm>
                <a:off x="4652689" y="1034760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8" name="Google Shape;4628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9" name="Google Shape;4629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0" name="Google Shape;4630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1" name="Google Shape;4631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32" name="Google Shape;4632;p173"/>
              <p:cNvSpPr/>
              <p:nvPr/>
            </p:nvSpPr>
            <p:spPr>
              <a:xfrm>
                <a:off x="5020517" y="1382739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3" name="Google Shape;4633;p173"/>
              <p:cNvPicPr preferRelativeResize="0"/>
              <p:nvPr/>
            </p:nvPicPr>
            <p:blipFill rotWithShape="1">
              <a:blip r:embed="rId5">
                <a:alphaModFix amt="70000"/>
              </a:blip>
              <a:srcRect/>
              <a:stretch/>
            </p:blipFill>
            <p:spPr>
              <a:xfrm>
                <a:off x="5107675" y="1469898"/>
                <a:ext cx="234909" cy="2349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4" name="Google Shape;4634;p173"/>
            <p:cNvGrpSpPr/>
            <p:nvPr/>
          </p:nvGrpSpPr>
          <p:grpSpPr>
            <a:xfrm>
              <a:off x="5638264" y="431471"/>
              <a:ext cx="550200" cy="550200"/>
              <a:chOff x="5412942" y="182107"/>
              <a:chExt cx="550200" cy="550200"/>
            </a:xfrm>
          </p:grpSpPr>
          <p:sp>
            <p:nvSpPr>
              <p:cNvPr id="4635" name="Google Shape;4635;p173"/>
              <p:cNvSpPr/>
              <p:nvPr/>
            </p:nvSpPr>
            <p:spPr>
              <a:xfrm>
                <a:off x="5412942" y="182107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6" name="Google Shape;4636;p173"/>
              <p:cNvPicPr preferRelativeResize="0"/>
              <p:nvPr/>
            </p:nvPicPr>
            <p:blipFill rotWithShape="1">
              <a:blip r:embed="rId6">
                <a:alphaModFix amt="70000"/>
              </a:blip>
              <a:srcRect/>
              <a:stretch/>
            </p:blipFill>
            <p:spPr>
              <a:xfrm>
                <a:off x="5526174" y="299088"/>
                <a:ext cx="349250" cy="3492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7" name="Google Shape;4637;p173"/>
            <p:cNvGrpSpPr/>
            <p:nvPr/>
          </p:nvGrpSpPr>
          <p:grpSpPr>
            <a:xfrm>
              <a:off x="7631990" y="198628"/>
              <a:ext cx="550200" cy="550200"/>
              <a:chOff x="7631990" y="198628"/>
              <a:chExt cx="550200" cy="550200"/>
            </a:xfrm>
          </p:grpSpPr>
          <p:sp>
            <p:nvSpPr>
              <p:cNvPr id="4638" name="Google Shape;4638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9" name="Google Shape;4639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50" name="Google Shape;4650;p173"/>
            <p:cNvSpPr/>
            <p:nvPr/>
          </p:nvSpPr>
          <p:spPr>
            <a:xfrm>
              <a:off x="3706344" y="1101510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173"/>
            <p:cNvSpPr/>
            <p:nvPr/>
          </p:nvSpPr>
          <p:spPr>
            <a:xfrm>
              <a:off x="9769422" y="1275504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173"/>
            <p:cNvSpPr/>
            <p:nvPr/>
          </p:nvSpPr>
          <p:spPr>
            <a:xfrm>
              <a:off x="1004308" y="1497881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3" name="Google Shape;4653;p173"/>
            <p:cNvSpPr/>
            <p:nvPr/>
          </p:nvSpPr>
          <p:spPr>
            <a:xfrm>
              <a:off x="4587702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4" name="Google Shape;4654;p173"/>
            <p:cNvSpPr/>
            <p:nvPr/>
          </p:nvSpPr>
          <p:spPr>
            <a:xfrm>
              <a:off x="4715113" y="175242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173"/>
            <p:cNvSpPr/>
            <p:nvPr/>
          </p:nvSpPr>
          <p:spPr>
            <a:xfrm>
              <a:off x="7618010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7" name="Google Shape;4657;p173"/>
            <p:cNvSpPr/>
            <p:nvPr/>
          </p:nvSpPr>
          <p:spPr>
            <a:xfrm>
              <a:off x="5554148" y="149788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173"/>
            <p:cNvSpPr/>
            <p:nvPr/>
          </p:nvSpPr>
          <p:spPr>
            <a:xfrm>
              <a:off x="5336625" y="9997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173"/>
            <p:cNvSpPr/>
            <p:nvPr/>
          </p:nvSpPr>
          <p:spPr>
            <a:xfrm>
              <a:off x="290308" y="101286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0" name="Google Shape;4660;p173"/>
            <p:cNvSpPr/>
            <p:nvPr/>
          </p:nvSpPr>
          <p:spPr>
            <a:xfrm>
              <a:off x="62671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73"/>
            <p:cNvSpPr/>
            <p:nvPr/>
          </p:nvSpPr>
          <p:spPr>
            <a:xfrm>
              <a:off x="190306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73"/>
            <p:cNvSpPr/>
            <p:nvPr/>
          </p:nvSpPr>
          <p:spPr>
            <a:xfrm>
              <a:off x="2848159" y="169394"/>
              <a:ext cx="222683" cy="226251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63" name="Google Shape;4663;p173"/>
            <p:cNvGrpSpPr/>
            <p:nvPr/>
          </p:nvGrpSpPr>
          <p:grpSpPr>
            <a:xfrm>
              <a:off x="8851093" y="116159"/>
              <a:ext cx="540429" cy="540429"/>
              <a:chOff x="1412135" y="3086621"/>
              <a:chExt cx="816852" cy="816852"/>
            </a:xfrm>
          </p:grpSpPr>
          <p:sp>
            <p:nvSpPr>
              <p:cNvPr id="4664" name="Google Shape;466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65" name="Google Shape;466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6" name="Google Shape;466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7" name="Google Shape;466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69" name="Google Shape;4669;p173"/>
            <p:cNvSpPr/>
            <p:nvPr/>
          </p:nvSpPr>
          <p:spPr>
            <a:xfrm>
              <a:off x="10481560" y="146271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73"/>
            <p:cNvSpPr/>
            <p:nvPr/>
          </p:nvSpPr>
          <p:spPr>
            <a:xfrm>
              <a:off x="7209961" y="55359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73"/>
            <p:cNvSpPr/>
            <p:nvPr/>
          </p:nvSpPr>
          <p:spPr>
            <a:xfrm>
              <a:off x="6096000" y="9542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73"/>
            <p:cNvSpPr/>
            <p:nvPr/>
          </p:nvSpPr>
          <p:spPr>
            <a:xfrm>
              <a:off x="3550883" y="-10797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73"/>
            <p:cNvSpPr/>
            <p:nvPr/>
          </p:nvSpPr>
          <p:spPr>
            <a:xfrm>
              <a:off x="4325920" y="23127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83" name="Google Shape;4683;p173"/>
            <p:cNvGrpSpPr/>
            <p:nvPr/>
          </p:nvGrpSpPr>
          <p:grpSpPr>
            <a:xfrm>
              <a:off x="4837777" y="-270894"/>
              <a:ext cx="540429" cy="540429"/>
              <a:chOff x="1412135" y="3086621"/>
              <a:chExt cx="816852" cy="816852"/>
            </a:xfrm>
          </p:grpSpPr>
          <p:sp>
            <p:nvSpPr>
              <p:cNvPr id="4684" name="Google Shape;468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85" name="Google Shape;468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6" name="Google Shape;468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7" name="Google Shape;468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8" name="Google Shape;4688;p173"/>
            <p:cNvSpPr/>
            <p:nvPr/>
          </p:nvSpPr>
          <p:spPr>
            <a:xfrm>
              <a:off x="290308" y="1428175"/>
              <a:ext cx="245400" cy="245400"/>
            </a:xfrm>
            <a:prstGeom prst="ellipse">
              <a:avLst/>
            </a:prstGeom>
            <a:solidFill>
              <a:srgbClr val="B5B3B3">
                <a:alpha val="502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73"/>
            <p:cNvSpPr/>
            <p:nvPr/>
          </p:nvSpPr>
          <p:spPr>
            <a:xfrm>
              <a:off x="11761216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73"/>
            <p:cNvSpPr/>
            <p:nvPr/>
          </p:nvSpPr>
          <p:spPr>
            <a:xfrm>
              <a:off x="9449746" y="94897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1" name="Google Shape;4691;p173"/>
            <p:cNvGrpSpPr/>
            <p:nvPr/>
          </p:nvGrpSpPr>
          <p:grpSpPr>
            <a:xfrm>
              <a:off x="9228399" y="448813"/>
              <a:ext cx="559822" cy="343136"/>
              <a:chOff x="8746323" y="1277512"/>
              <a:chExt cx="833812" cy="511075"/>
            </a:xfrm>
          </p:grpSpPr>
          <p:sp>
            <p:nvSpPr>
              <p:cNvPr id="4692" name="Google Shape;4692;p173"/>
              <p:cNvSpPr/>
              <p:nvPr/>
            </p:nvSpPr>
            <p:spPr>
              <a:xfrm>
                <a:off x="8746323" y="1277512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 w="19050" cap="flat" cmpd="sng">
                <a:solidFill>
                  <a:srgbClr val="B5B3B3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3" name="Google Shape;4693;p173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966649" y="1392450"/>
                <a:ext cx="385123" cy="3851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94" name="Google Shape;4694;p173"/>
            <p:cNvGrpSpPr/>
            <p:nvPr/>
          </p:nvGrpSpPr>
          <p:grpSpPr>
            <a:xfrm>
              <a:off x="5163169" y="103173"/>
              <a:ext cx="563073" cy="345129"/>
              <a:chOff x="5966724" y="782226"/>
              <a:chExt cx="833812" cy="511075"/>
            </a:xfrm>
          </p:grpSpPr>
          <p:sp>
            <p:nvSpPr>
              <p:cNvPr id="4695" name="Google Shape;4695;p173"/>
              <p:cNvSpPr/>
              <p:nvPr/>
            </p:nvSpPr>
            <p:spPr>
              <a:xfrm>
                <a:off x="5966724" y="782226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6" name="Google Shape;4696;p17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195317" y="938372"/>
                <a:ext cx="341968" cy="2657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5" name="Google Shape;4705;p173"/>
            <p:cNvGrpSpPr/>
            <p:nvPr/>
          </p:nvGrpSpPr>
          <p:grpSpPr>
            <a:xfrm>
              <a:off x="3209299" y="846786"/>
              <a:ext cx="409200" cy="409200"/>
              <a:chOff x="7584484" y="1848667"/>
              <a:chExt cx="409200" cy="409200"/>
            </a:xfrm>
          </p:grpSpPr>
          <p:sp>
            <p:nvSpPr>
              <p:cNvPr id="4706" name="Google Shape;4706;p173"/>
              <p:cNvSpPr/>
              <p:nvPr/>
            </p:nvSpPr>
            <p:spPr>
              <a:xfrm>
                <a:off x="7584484" y="1848667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07" name="Google Shape;4707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7631460" y="1895633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8" name="Google Shape;4708;p173"/>
            <p:cNvGrpSpPr/>
            <p:nvPr/>
          </p:nvGrpSpPr>
          <p:grpSpPr>
            <a:xfrm>
              <a:off x="-136200" y="1223575"/>
              <a:ext cx="409200" cy="409200"/>
              <a:chOff x="4274152" y="743003"/>
              <a:chExt cx="409200" cy="409200"/>
            </a:xfrm>
          </p:grpSpPr>
          <p:sp>
            <p:nvSpPr>
              <p:cNvPr id="4709" name="Google Shape;4709;p173"/>
              <p:cNvSpPr/>
              <p:nvPr/>
            </p:nvSpPr>
            <p:spPr>
              <a:xfrm>
                <a:off x="4274152" y="7430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0" name="Google Shape;4710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350257" y="8191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11" name="Google Shape;4711;p173"/>
            <p:cNvGrpSpPr/>
            <p:nvPr/>
          </p:nvGrpSpPr>
          <p:grpSpPr>
            <a:xfrm>
              <a:off x="8916458" y="1101510"/>
              <a:ext cx="409200" cy="409200"/>
              <a:chOff x="1528820" y="1234468"/>
              <a:chExt cx="409200" cy="409200"/>
            </a:xfrm>
          </p:grpSpPr>
          <p:sp>
            <p:nvSpPr>
              <p:cNvPr id="4712" name="Google Shape;4712;p173"/>
              <p:cNvSpPr/>
              <p:nvPr/>
            </p:nvSpPr>
            <p:spPr>
              <a:xfrm>
                <a:off x="1528820" y="123446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3" name="Google Shape;4713;p173"/>
              <p:cNvPicPr preferRelativeResize="0"/>
              <p:nvPr/>
            </p:nvPicPr>
            <p:blipFill rotWithShape="1">
              <a:blip r:embed="rId10">
                <a:alphaModFix amt="70000"/>
              </a:blip>
              <a:srcRect/>
              <a:stretch/>
            </p:blipFill>
            <p:spPr>
              <a:xfrm>
                <a:off x="1606671" y="1313345"/>
                <a:ext cx="251470" cy="2514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0" name="Google Shape;4720;p173"/>
            <p:cNvGrpSpPr/>
            <p:nvPr/>
          </p:nvGrpSpPr>
          <p:grpSpPr>
            <a:xfrm>
              <a:off x="3156075" y="67045"/>
              <a:ext cx="404947" cy="404947"/>
              <a:chOff x="7631990" y="198628"/>
              <a:chExt cx="550200" cy="550200"/>
            </a:xfrm>
          </p:grpSpPr>
          <p:sp>
            <p:nvSpPr>
              <p:cNvPr id="4721" name="Google Shape;4721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22" name="Google Shape;4722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7" name="Google Shape;4727;p173"/>
            <p:cNvGrpSpPr/>
            <p:nvPr/>
          </p:nvGrpSpPr>
          <p:grpSpPr>
            <a:xfrm>
              <a:off x="10892805" y="895484"/>
              <a:ext cx="777028" cy="757179"/>
              <a:chOff x="10892805" y="895484"/>
              <a:chExt cx="777028" cy="757179"/>
            </a:xfrm>
          </p:grpSpPr>
          <p:grpSp>
            <p:nvGrpSpPr>
              <p:cNvPr id="4728" name="Google Shape;4728;p173"/>
              <p:cNvGrpSpPr/>
              <p:nvPr/>
            </p:nvGrpSpPr>
            <p:grpSpPr>
              <a:xfrm>
                <a:off x="10892805" y="895484"/>
                <a:ext cx="777028" cy="757179"/>
                <a:chOff x="10892805" y="895484"/>
                <a:chExt cx="777028" cy="757179"/>
              </a:xfrm>
            </p:grpSpPr>
            <p:grpSp>
              <p:nvGrpSpPr>
                <p:cNvPr id="4729" name="Google Shape;4729;p173"/>
                <p:cNvGrpSpPr/>
                <p:nvPr/>
              </p:nvGrpSpPr>
              <p:grpSpPr>
                <a:xfrm>
                  <a:off x="10892805" y="895484"/>
                  <a:ext cx="540429" cy="540429"/>
                  <a:chOff x="1412135" y="3086621"/>
                  <a:chExt cx="816852" cy="816852"/>
                </a:xfrm>
              </p:grpSpPr>
              <p:sp>
                <p:nvSpPr>
                  <p:cNvPr id="4730" name="Google Shape;4730;p173"/>
                  <p:cNvSpPr/>
                  <p:nvPr/>
                </p:nvSpPr>
                <p:spPr>
                  <a:xfrm>
                    <a:off x="1412135" y="3086621"/>
                    <a:ext cx="816852" cy="816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0453" h="3630453" extrusionOk="0">
                        <a:moveTo>
                          <a:pt x="0" y="990124"/>
                        </a:moveTo>
                        <a:cubicBezTo>
                          <a:pt x="0" y="443294"/>
                          <a:pt x="443294" y="0"/>
                          <a:pt x="990124" y="0"/>
                        </a:cubicBezTo>
                        <a:lnTo>
                          <a:pt x="2640330" y="0"/>
                        </a:lnTo>
                        <a:cubicBezTo>
                          <a:pt x="3187160" y="0"/>
                          <a:pt x="3630454" y="443294"/>
                          <a:pt x="3630454" y="990124"/>
                        </a:cubicBezTo>
                        <a:lnTo>
                          <a:pt x="3630454" y="2640330"/>
                        </a:lnTo>
                        <a:cubicBezTo>
                          <a:pt x="3630454" y="3187160"/>
                          <a:pt x="3187160" y="3630454"/>
                          <a:pt x="2640330" y="3630454"/>
                        </a:cubicBezTo>
                        <a:lnTo>
                          <a:pt x="990124" y="3630454"/>
                        </a:lnTo>
                        <a:cubicBezTo>
                          <a:pt x="443294" y="3630454"/>
                          <a:pt x="0" y="3187160"/>
                          <a:pt x="0" y="2640330"/>
                        </a:cubicBezTo>
                        <a:lnTo>
                          <a:pt x="0" y="9901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171450" dist="19050" algn="bl" rotWithShape="0">
                      <a:srgbClr val="000000">
                        <a:alpha val="10000"/>
                      </a:srgbClr>
                    </a:outerShdw>
                  </a:effectLst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/>
                  </a:p>
                </p:txBody>
              </p:sp>
              <p:sp>
                <p:nvSpPr>
                  <p:cNvPr id="4731" name="Google Shape;4731;p173"/>
                  <p:cNvSpPr/>
                  <p:nvPr/>
                </p:nvSpPr>
                <p:spPr>
                  <a:xfrm>
                    <a:off x="1795048" y="3213693"/>
                    <a:ext cx="204518" cy="207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8970" h="923543" extrusionOk="0">
                        <a:moveTo>
                          <a:pt x="455390" y="923544"/>
                        </a:moveTo>
                        <a:cubicBezTo>
                          <a:pt x="455390" y="669131"/>
                          <a:pt x="658273" y="462724"/>
                          <a:pt x="908971" y="461772"/>
                        </a:cubicBezTo>
                        <a:cubicBezTo>
                          <a:pt x="658273" y="460820"/>
                          <a:pt x="455390" y="254413"/>
                          <a:pt x="455390" y="0"/>
                        </a:cubicBezTo>
                        <a:lnTo>
                          <a:pt x="455390" y="0"/>
                        </a:lnTo>
                        <a:cubicBezTo>
                          <a:pt x="455390" y="254984"/>
                          <a:pt x="251555" y="461772"/>
                          <a:pt x="0" y="461772"/>
                        </a:cubicBezTo>
                        <a:cubicBezTo>
                          <a:pt x="251460" y="461772"/>
                          <a:pt x="455390" y="668560"/>
                          <a:pt x="455390" y="923544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2" name="Google Shape;4732;p173"/>
                  <p:cNvSpPr/>
                  <p:nvPr/>
                </p:nvSpPr>
                <p:spPr>
                  <a:xfrm>
                    <a:off x="1811273" y="3565961"/>
                    <a:ext cx="208762" cy="212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7830" h="942784" extrusionOk="0">
                        <a:moveTo>
                          <a:pt x="463010" y="0"/>
                        </a:moveTo>
                        <a:cubicBezTo>
                          <a:pt x="463010" y="259747"/>
                          <a:pt x="255842" y="470344"/>
                          <a:pt x="0" y="471392"/>
                        </a:cubicBezTo>
                        <a:cubicBezTo>
                          <a:pt x="255842" y="472345"/>
                          <a:pt x="463010" y="683038"/>
                          <a:pt x="463010" y="942784"/>
                        </a:cubicBezTo>
                        <a:lnTo>
                          <a:pt x="463010" y="942784"/>
                        </a:lnTo>
                        <a:cubicBezTo>
                          <a:pt x="463010" y="682466"/>
                          <a:pt x="671132" y="471392"/>
                          <a:pt x="927830" y="471392"/>
                        </a:cubicBezTo>
                        <a:cubicBezTo>
                          <a:pt x="671132" y="471392"/>
                          <a:pt x="463010" y="260318"/>
                          <a:pt x="463010" y="0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3" name="Google Shape;4733;p173"/>
                  <p:cNvSpPr/>
                  <p:nvPr/>
                </p:nvSpPr>
                <p:spPr>
                  <a:xfrm>
                    <a:off x="1547910" y="3335048"/>
                    <a:ext cx="339685" cy="345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9712" h="1533906" extrusionOk="0">
                        <a:moveTo>
                          <a:pt x="753428" y="0"/>
                        </a:moveTo>
                        <a:cubicBezTo>
                          <a:pt x="753428" y="422624"/>
                          <a:pt x="416433" y="765334"/>
                          <a:pt x="0" y="766953"/>
                        </a:cubicBezTo>
                        <a:cubicBezTo>
                          <a:pt x="416338" y="768572"/>
                          <a:pt x="753428" y="1111282"/>
                          <a:pt x="753428" y="1533906"/>
                        </a:cubicBezTo>
                        <a:lnTo>
                          <a:pt x="753428" y="1533906"/>
                        </a:lnTo>
                        <a:cubicBezTo>
                          <a:pt x="753428" y="1110329"/>
                          <a:pt x="1092041" y="766953"/>
                          <a:pt x="1509712" y="766953"/>
                        </a:cubicBezTo>
                        <a:cubicBezTo>
                          <a:pt x="1092041" y="766953"/>
                          <a:pt x="753428" y="423577"/>
                          <a:pt x="753428" y="0"/>
                        </a:cubicBezTo>
                        <a:close/>
                      </a:path>
                    </a:pathLst>
                  </a:custGeom>
                  <a:solidFill>
                    <a:srgbClr val="FFD9A8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34" name="Google Shape;4734;p173"/>
                <p:cNvSpPr/>
                <p:nvPr/>
              </p:nvSpPr>
              <p:spPr>
                <a:xfrm>
                  <a:off x="11260633" y="1243463"/>
                  <a:ext cx="409200" cy="4092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</p:grpSp>
          <p:pic>
            <p:nvPicPr>
              <p:cNvPr id="4735" name="Google Shape;4735;p173" descr="The image features a simple, modern, black speech bubble characterized by a bold, white filled circle, symbolizing a clear, concise message.&#10;&#10;AI-generated content may be incorrect."/>
              <p:cNvPicPr preferRelativeResize="0"/>
              <p:nvPr/>
            </p:nvPicPr>
            <p:blipFill rotWithShape="1">
              <a:blip r:embed="rId11">
                <a:alphaModFix amt="70000"/>
              </a:blip>
              <a:srcRect/>
              <a:stretch/>
            </p:blipFill>
            <p:spPr>
              <a:xfrm>
                <a:off x="11367203" y="1349529"/>
                <a:ext cx="194220" cy="1942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739" name="Google Shape;4739;p173"/>
          <p:cNvSpPr/>
          <p:nvPr/>
        </p:nvSpPr>
        <p:spPr>
          <a:xfrm rot="10800000" flipH="1">
            <a:off x="0" y="3780608"/>
            <a:ext cx="12192000" cy="3076500"/>
          </a:xfrm>
          <a:prstGeom prst="rect">
            <a:avLst/>
          </a:prstGeom>
          <a:gradFill>
            <a:gsLst>
              <a:gs pos="0">
                <a:srgbClr val="FFFFFF"/>
              </a:gs>
              <a:gs pos="31000">
                <a:srgbClr val="FFFFFF">
                  <a:alpha val="74902"/>
                </a:srgbClr>
              </a:gs>
              <a:gs pos="9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F6F6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0" name="Google Shape;4740;p173"/>
          <p:cNvSpPr/>
          <p:nvPr/>
        </p:nvSpPr>
        <p:spPr>
          <a:xfrm>
            <a:off x="1703575" y="2589913"/>
            <a:ext cx="8784900" cy="1919400"/>
          </a:xfrm>
          <a:prstGeom prst="roundRect">
            <a:avLst>
              <a:gd name="adj" fmla="val 16667"/>
            </a:avLst>
          </a:prstGeom>
          <a:solidFill>
            <a:srgbClr val="FFFFFF">
              <a:alpha val="63920"/>
            </a:srgbClr>
          </a:solidFill>
          <a:ln w="9525" cap="flat" cmpd="sng">
            <a:solidFill>
              <a:srgbClr val="FFA9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 0"/>
          <p:cNvSpPr/>
          <p:nvPr/>
        </p:nvSpPr>
        <p:spPr>
          <a:xfrm>
            <a:off x="1700784" y="2788920"/>
            <a:ext cx="8787384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400" b="1" kern="0" spc="-126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Genie </a:t>
            </a:r>
            <a:r>
              <a:rPr lang="en-US" sz="4400" b="1" kern="0" spc="-126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Ontology</a:t>
            </a:r>
            <a:endParaRPr lang="en-US" sz="6300"/>
          </a:p>
        </p:txBody>
      </p:sp>
      <p:sp>
        <p:nvSpPr>
          <p:cNvPr id="3" name="Text 1"/>
          <p:cNvSpPr/>
          <p:nvPr/>
        </p:nvSpPr>
        <p:spPr>
          <a:xfrm>
            <a:off x="2011680" y="3794760"/>
            <a:ext cx="81655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90000"/>
              </a:lnSpc>
            </a:pPr>
            <a:r>
              <a:rPr lang="en-US" sz="1100" err="1">
                <a:solidFill>
                  <a:srgbClr val="618794"/>
                </a:solidFill>
                <a:latin typeface="DM Mono"/>
                <a:ea typeface="DM Mono" pitchFamily="34" charset="-122"/>
                <a:cs typeface="DM Mono" pitchFamily="34" charset="-120"/>
              </a:rPr>
              <a:t>Section 04 · Modeled and Inferred Context, How Genie Answers</a:t>
            </a:r>
            <a:endParaRPr lang="en-US" sz="1100">
              <a:latin typeface="DM Mono"/>
            </a:endParaRPr>
          </a:p>
        </p:txBody>
      </p:sp>
      <p:pic>
        <p:nvPicPr>
          <p:cNvPr id="9040" name="Diggibyte Logo" descr="Diggibyte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42" name="Databricks 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pic>
        <p:nvPicPr>
          <p:cNvPr id="9043" name="Genie Logo" descr="geni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One Ontology,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Two Layers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19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504" name="Shape 20504"/>
          <p:cNvSpPr/>
          <p:nvPr/>
        </p:nvSpPr>
        <p:spPr>
          <a:xfrm>
            <a:off x="685800" y="164592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Genie Ontology is the context layer every Genie experience and agent reads from. It combines what you model with what Genie learns.</a:t>
            </a:r>
            <a:endParaRPr lang="en-US" sz="1200"/>
          </a:p>
        </p:txBody>
      </p:sp>
      <p:sp>
        <p:nvSpPr>
          <p:cNvPr id="20505" name="Shape 20505"/>
          <p:cNvSpPr/>
          <p:nvPr/>
        </p:nvSpPr>
        <p:spPr>
          <a:xfrm>
            <a:off x="685800" y="2139696"/>
            <a:ext cx="5138928" cy="31089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06" name="Shape 20506"/>
          <p:cNvSpPr/>
          <p:nvPr/>
        </p:nvSpPr>
        <p:spPr>
          <a:xfrm>
            <a:off x="914400" y="2267712"/>
            <a:ext cx="46817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MODELED · YOU DEFINE</a:t>
            </a:r>
            <a:endParaRPr lang="en-US" sz="850"/>
          </a:p>
        </p:txBody>
      </p:sp>
      <p:sp>
        <p:nvSpPr>
          <p:cNvPr id="20507" name="Shape 20507"/>
          <p:cNvSpPr/>
          <p:nvPr/>
        </p:nvSpPr>
        <p:spPr>
          <a:xfrm>
            <a:off x="914400" y="2487168"/>
            <a:ext cx="468172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Unity Catalog Semantics</a:t>
            </a:r>
            <a:endParaRPr lang="en-US" sz="1500"/>
          </a:p>
        </p:txBody>
      </p:sp>
      <p:sp>
        <p:nvSpPr>
          <p:cNvPr id="20508" name="Shape 20508"/>
          <p:cNvSpPr/>
          <p:nvPr/>
        </p:nvSpPr>
        <p:spPr>
          <a:xfrm>
            <a:off x="914400" y="2889504"/>
            <a:ext cx="4681728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09" name="Shape 20509"/>
          <p:cNvSpPr/>
          <p:nvPr/>
        </p:nvSpPr>
        <p:spPr>
          <a:xfrm>
            <a:off x="914400" y="295351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Metrics</a:t>
            </a:r>
            <a:endParaRPr lang="en-US" sz="1100"/>
          </a:p>
        </p:txBody>
      </p:sp>
      <p:sp>
        <p:nvSpPr>
          <p:cNvPr id="20510" name="Shape 20510"/>
          <p:cNvSpPr/>
          <p:nvPr/>
        </p:nvSpPr>
        <p:spPr>
          <a:xfrm>
            <a:off x="5197084" y="2962656"/>
            <a:ext cx="399044" cy="201168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00" b="1" kern="0" spc="40" dirty="0">
                <a:solidFill>
                  <a:srgbClr val="0E7A3E"/>
                </a:solidFill>
                <a:latin typeface="DM Mono"/>
                <a:ea typeface="DM Mono"/>
                <a:cs typeface="DM Mono"/>
              </a:rPr>
              <a:t>GA</a:t>
            </a:r>
            <a:endParaRPr lang="en-US" sz="700"/>
          </a:p>
        </p:txBody>
      </p:sp>
      <p:sp>
        <p:nvSpPr>
          <p:cNvPr id="20511" name="Shape 20511"/>
          <p:cNvSpPr/>
          <p:nvPr/>
        </p:nvSpPr>
        <p:spPr>
          <a:xfrm>
            <a:off x="914400" y="3182112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Measures and dimensions defined once, queried from SQL, MCP and BI</a:t>
            </a:r>
            <a:endParaRPr lang="en-US" sz="980"/>
          </a:p>
        </p:txBody>
      </p:sp>
      <p:sp>
        <p:nvSpPr>
          <p:cNvPr id="20512" name="Shape 20512"/>
          <p:cNvSpPr/>
          <p:nvPr/>
        </p:nvSpPr>
        <p:spPr>
          <a:xfrm>
            <a:off x="914400" y="3456432"/>
            <a:ext cx="4681728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13" name="Shape 20513"/>
          <p:cNvSpPr/>
          <p:nvPr/>
        </p:nvSpPr>
        <p:spPr>
          <a:xfrm>
            <a:off x="914400" y="352044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Domains</a:t>
            </a:r>
            <a:endParaRPr lang="en-US" sz="1100"/>
          </a:p>
        </p:txBody>
      </p:sp>
      <p:sp>
        <p:nvSpPr>
          <p:cNvPr id="20514" name="Shape 20514"/>
          <p:cNvSpPr/>
          <p:nvPr/>
        </p:nvSpPr>
        <p:spPr>
          <a:xfrm>
            <a:off x="4448739" y="3529584"/>
            <a:ext cx="1147389" cy="201168"/>
          </a:xfrm>
          <a:prstGeom prst="roundRect">
            <a:avLst>
              <a:gd name="adj" fmla="val 50000"/>
            </a:avLst>
          </a:prstGeom>
          <a:solidFill>
            <a:srgbClr val="E4E8F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00" b="1" kern="0" spc="40" dirty="0">
                <a:solidFill>
                  <a:srgbClr val="33437A"/>
                </a:solidFill>
                <a:latin typeface="DM Mono"/>
                <a:ea typeface="DM Mono"/>
                <a:cs typeface="DM Mono"/>
              </a:rPr>
              <a:t>PUBLIC PREVIEW</a:t>
            </a:r>
            <a:endParaRPr lang="en-US" sz="700"/>
          </a:p>
        </p:txBody>
      </p:sp>
      <p:sp>
        <p:nvSpPr>
          <p:cNvPr id="20515" name="Shape 20515"/>
          <p:cNvSpPr/>
          <p:nvPr/>
        </p:nvSpPr>
        <p:spPr>
          <a:xfrm>
            <a:off x="914400" y="3749040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Business-aligned groups of certified assets</a:t>
            </a:r>
            <a:endParaRPr lang="en-US" sz="980"/>
          </a:p>
        </p:txBody>
      </p:sp>
      <p:sp>
        <p:nvSpPr>
          <p:cNvPr id="20516" name="Shape 20516"/>
          <p:cNvSpPr/>
          <p:nvPr/>
        </p:nvSpPr>
        <p:spPr>
          <a:xfrm>
            <a:off x="914400" y="4023360"/>
            <a:ext cx="4681728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17" name="Shape 20517"/>
          <p:cNvSpPr/>
          <p:nvPr/>
        </p:nvSpPr>
        <p:spPr>
          <a:xfrm>
            <a:off x="914400" y="408736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Pages</a:t>
            </a:r>
            <a:endParaRPr lang="en-US" sz="1100"/>
          </a:p>
        </p:txBody>
      </p:sp>
      <p:sp>
        <p:nvSpPr>
          <p:cNvPr id="20518" name="Shape 20518"/>
          <p:cNvSpPr/>
          <p:nvPr/>
        </p:nvSpPr>
        <p:spPr>
          <a:xfrm>
            <a:off x="5072360" y="4096512"/>
            <a:ext cx="523768" cy="201168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00" b="1" kern="0" spc="40" dirty="0">
                <a:solidFill>
                  <a:srgbClr val="8A5A00"/>
                </a:solidFill>
                <a:latin typeface="DM Mono"/>
                <a:ea typeface="DM Mono"/>
                <a:cs typeface="DM Mono"/>
              </a:rPr>
              <a:t>BETA</a:t>
            </a:r>
            <a:endParaRPr lang="en-US" sz="700"/>
          </a:p>
        </p:txBody>
      </p:sp>
      <p:sp>
        <p:nvSpPr>
          <p:cNvPr id="20519" name="Shape 20519"/>
          <p:cNvSpPr/>
          <p:nvPr/>
        </p:nvSpPr>
        <p:spPr>
          <a:xfrm>
            <a:off x="914400" y="4315968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Authoritative concepts with owner review and approval</a:t>
            </a:r>
            <a:endParaRPr lang="en-US" sz="980"/>
          </a:p>
        </p:txBody>
      </p:sp>
      <p:sp>
        <p:nvSpPr>
          <p:cNvPr id="20520" name="Shape 20520"/>
          <p:cNvSpPr/>
          <p:nvPr/>
        </p:nvSpPr>
        <p:spPr>
          <a:xfrm>
            <a:off x="914400" y="4590288"/>
            <a:ext cx="4681728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21" name="Shape 20521"/>
          <p:cNvSpPr/>
          <p:nvPr/>
        </p:nvSpPr>
        <p:spPr>
          <a:xfrm>
            <a:off x="914400" y="465429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Certifications</a:t>
            </a:r>
            <a:endParaRPr lang="en-US" sz="1100"/>
          </a:p>
        </p:txBody>
      </p:sp>
      <p:sp>
        <p:nvSpPr>
          <p:cNvPr id="20522" name="Shape 20522"/>
          <p:cNvSpPr/>
          <p:nvPr/>
        </p:nvSpPr>
        <p:spPr>
          <a:xfrm>
            <a:off x="914400" y="4882896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Stewards certify and deprecate, so authority is explicit</a:t>
            </a:r>
            <a:endParaRPr lang="en-US" sz="980"/>
          </a:p>
        </p:txBody>
      </p:sp>
      <p:sp>
        <p:nvSpPr>
          <p:cNvPr id="20523" name="Shape 20523"/>
          <p:cNvSpPr/>
          <p:nvPr/>
        </p:nvSpPr>
        <p:spPr>
          <a:xfrm>
            <a:off x="6364224" y="2139696"/>
            <a:ext cx="5138928" cy="31089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24" name="Shape 20524"/>
          <p:cNvSpPr/>
          <p:nvPr/>
        </p:nvSpPr>
        <p:spPr>
          <a:xfrm>
            <a:off x="6592824" y="2267712"/>
            <a:ext cx="46817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INFERRED · GENIE LEARNS</a:t>
            </a:r>
            <a:endParaRPr lang="en-US" sz="850"/>
          </a:p>
        </p:txBody>
      </p:sp>
      <p:sp>
        <p:nvSpPr>
          <p:cNvPr id="20525" name="Shape 20525"/>
          <p:cNvSpPr/>
          <p:nvPr/>
        </p:nvSpPr>
        <p:spPr>
          <a:xfrm>
            <a:off x="6592824" y="2487168"/>
            <a:ext cx="468172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5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Genie Knowledge Store</a:t>
            </a:r>
            <a:endParaRPr lang="en-US" sz="1500"/>
          </a:p>
        </p:txBody>
      </p:sp>
      <p:sp>
        <p:nvSpPr>
          <p:cNvPr id="20526" name="Shape 20526"/>
          <p:cNvSpPr/>
          <p:nvPr/>
        </p:nvSpPr>
        <p:spPr>
          <a:xfrm>
            <a:off x="6592824" y="2889504"/>
            <a:ext cx="4681728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27" name="Shape 20527"/>
          <p:cNvSpPr/>
          <p:nvPr/>
        </p:nvSpPr>
        <p:spPr>
          <a:xfrm>
            <a:off x="6592824" y="295351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Snippets</a:t>
            </a:r>
            <a:endParaRPr lang="en-US" sz="1100"/>
          </a:p>
        </p:txBody>
      </p:sp>
      <p:sp>
        <p:nvSpPr>
          <p:cNvPr id="20528" name="Shape 20528"/>
          <p:cNvSpPr/>
          <p:nvPr/>
        </p:nvSpPr>
        <p:spPr>
          <a:xfrm>
            <a:off x="10189525" y="2962656"/>
            <a:ext cx="1085027" cy="201168"/>
          </a:xfrm>
          <a:prstGeom prst="roundRect">
            <a:avLst>
              <a:gd name="adj" fmla="val 50000"/>
            </a:avLst>
          </a:prstGeom>
          <a:solidFill>
            <a:srgbClr val="FFF1E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00" b="1" kern="0" spc="40" dirty="0">
                <a:solidFill>
                  <a:srgbClr val="B82318"/>
                </a:solidFill>
                <a:latin typeface="DM Mono"/>
                <a:ea typeface="DM Mono"/>
                <a:cs typeface="DM Mono"/>
              </a:rPr>
              <a:t>GATED PREVIEW</a:t>
            </a:r>
            <a:endParaRPr lang="en-US" sz="700"/>
          </a:p>
        </p:txBody>
      </p:sp>
      <p:sp>
        <p:nvSpPr>
          <p:cNvPr id="20529" name="Shape 20529"/>
          <p:cNvSpPr/>
          <p:nvPr/>
        </p:nvSpPr>
        <p:spPr>
          <a:xfrm>
            <a:off x="6592824" y="3182112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Definitions and rules mined from dashboards, queries, agents and notebooks</a:t>
            </a:r>
            <a:endParaRPr lang="en-US" sz="980"/>
          </a:p>
        </p:txBody>
      </p:sp>
      <p:sp>
        <p:nvSpPr>
          <p:cNvPr id="20530" name="Shape 20530"/>
          <p:cNvSpPr/>
          <p:nvPr/>
        </p:nvSpPr>
        <p:spPr>
          <a:xfrm>
            <a:off x="6592824" y="3456432"/>
            <a:ext cx="4681728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31" name="Shape 20531"/>
          <p:cNvSpPr/>
          <p:nvPr/>
        </p:nvSpPr>
        <p:spPr>
          <a:xfrm>
            <a:off x="6592824" y="352044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Ranking</a:t>
            </a:r>
            <a:endParaRPr lang="en-US" sz="1100"/>
          </a:p>
        </p:txBody>
      </p:sp>
      <p:sp>
        <p:nvSpPr>
          <p:cNvPr id="20532" name="Shape 20532"/>
          <p:cNvSpPr/>
          <p:nvPr/>
        </p:nvSpPr>
        <p:spPr>
          <a:xfrm>
            <a:off x="6592824" y="3749040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Ranked by relevance and authority, within each user's permissions</a:t>
            </a:r>
            <a:endParaRPr lang="en-US" sz="980"/>
          </a:p>
        </p:txBody>
      </p:sp>
      <p:sp>
        <p:nvSpPr>
          <p:cNvPr id="20533" name="Shape 20533"/>
          <p:cNvSpPr/>
          <p:nvPr/>
        </p:nvSpPr>
        <p:spPr>
          <a:xfrm>
            <a:off x="6592824" y="4023360"/>
            <a:ext cx="4681728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34" name="Shape 20534"/>
          <p:cNvSpPr/>
          <p:nvPr/>
        </p:nvSpPr>
        <p:spPr>
          <a:xfrm>
            <a:off x="6592824" y="408736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Promotion</a:t>
            </a:r>
            <a:endParaRPr lang="en-US" sz="1100"/>
          </a:p>
        </p:txBody>
      </p:sp>
      <p:sp>
        <p:nvSpPr>
          <p:cNvPr id="20535" name="Shape 20535"/>
          <p:cNvSpPr/>
          <p:nvPr/>
        </p:nvSpPr>
        <p:spPr>
          <a:xfrm>
            <a:off x="6592824" y="4315968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An inferred term can be promoted to the glossary in one click</a:t>
            </a:r>
            <a:endParaRPr lang="en-US" sz="980"/>
          </a:p>
        </p:txBody>
      </p:sp>
      <p:sp>
        <p:nvSpPr>
          <p:cNvPr id="20536" name="Shape 20536"/>
          <p:cNvSpPr/>
          <p:nvPr/>
        </p:nvSpPr>
        <p:spPr>
          <a:xfrm>
            <a:off x="6592824" y="4590288"/>
            <a:ext cx="4681728" cy="9144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37" name="Shape 20537"/>
          <p:cNvSpPr/>
          <p:nvPr/>
        </p:nvSpPr>
        <p:spPr>
          <a:xfrm>
            <a:off x="6592824" y="465429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1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Feedback</a:t>
            </a:r>
            <a:endParaRPr lang="en-US" sz="1100"/>
          </a:p>
        </p:txBody>
      </p:sp>
      <p:sp>
        <p:nvSpPr>
          <p:cNvPr id="20538" name="Shape 20538"/>
          <p:cNvSpPr/>
          <p:nvPr/>
        </p:nvSpPr>
        <p:spPr>
          <a:xfrm>
            <a:off x="6592824" y="4882896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9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Thumbs up and down on answers keep improving the ranking</a:t>
            </a:r>
            <a:endParaRPr lang="en-US" sz="980"/>
          </a:p>
        </p:txBody>
      </p:sp>
      <p:cxnSp>
        <p:nvCxnSpPr>
          <p:cNvPr id="20539" name="Arrow 20539"/>
          <p:cNvCxnSpPr/>
          <p:nvPr/>
        </p:nvCxnSpPr>
        <p:spPr>
          <a:xfrm>
            <a:off x="5852160" y="3520440"/>
            <a:ext cx="475488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cxnSp>
        <p:nvCxnSpPr>
          <p:cNvPr id="20540" name="Arrow 20540"/>
          <p:cNvCxnSpPr/>
          <p:nvPr/>
        </p:nvCxnSpPr>
        <p:spPr>
          <a:xfrm flipH="1">
            <a:off x="5852160" y="3794760"/>
            <a:ext cx="475488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541" name="Shape 20541"/>
          <p:cNvSpPr/>
          <p:nvPr/>
        </p:nvSpPr>
        <p:spPr>
          <a:xfrm>
            <a:off x="685800" y="5394960"/>
            <a:ext cx="10817352" cy="566928"/>
          </a:xfrm>
          <a:prstGeom prst="roundRect">
            <a:avLst>
              <a:gd name="adj" fmla="val 8696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42" name="Shape 20542"/>
          <p:cNvSpPr/>
          <p:nvPr/>
        </p:nvSpPr>
        <p:spPr>
          <a:xfrm>
            <a:off x="914400" y="5394960"/>
            <a:ext cx="1036015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endParaRPr lang="en-US" sz="1200"/>
          </a:p>
          <a:p>
            <a:pPr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Today's lab builds the modeled layer.</a:t>
            </a: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Curate the critical terms once and let Genie infer the long tail. The inferred layer is only as good as what you modeled.</a:t>
            </a:r>
            <a:endParaRPr lang="en-US" sz="10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How Genie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Answers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543" name="Shape 20543"/>
          <p:cNvSpPr/>
          <p:nvPr/>
        </p:nvSpPr>
        <p:spPr>
          <a:xfrm>
            <a:off x="685800" y="1664208"/>
            <a:ext cx="10817352" cy="566928"/>
          </a:xfrm>
          <a:prstGeom prst="roundRect">
            <a:avLst>
              <a:gd name="adj" fmla="val 12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44" name="Shape 20544"/>
          <p:cNvSpPr/>
          <p:nvPr/>
        </p:nvSpPr>
        <p:spPr>
          <a:xfrm>
            <a:off x="960120" y="166420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4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Marco, Southern Europe analyst, asks: "What was our net revenue?"</a:t>
            </a:r>
            <a:endParaRPr lang="en-US" sz="1400"/>
          </a:p>
        </p:txBody>
      </p:sp>
      <p:sp>
        <p:nvSpPr>
          <p:cNvPr id="20545" name="Shape 20545"/>
          <p:cNvSpPr/>
          <p:nvPr/>
        </p:nvSpPr>
        <p:spPr>
          <a:xfrm>
            <a:off x="685800" y="2468880"/>
            <a:ext cx="1956816" cy="2103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46" name="Shape 20546"/>
          <p:cNvSpPr/>
          <p:nvPr/>
        </p:nvSpPr>
        <p:spPr>
          <a:xfrm>
            <a:off x="868680" y="2633472"/>
            <a:ext cx="292608" cy="292608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1</a:t>
            </a:r>
            <a:endParaRPr lang="en-US" sz="900"/>
          </a:p>
        </p:txBody>
      </p:sp>
      <p:sp>
        <p:nvSpPr>
          <p:cNvPr id="20547" name="Shape 20547"/>
          <p:cNvSpPr/>
          <p:nvPr/>
        </p:nvSpPr>
        <p:spPr>
          <a:xfrm>
            <a:off x="868680" y="301752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Ask</a:t>
            </a:r>
            <a:endParaRPr lang="en-US" sz="1250"/>
          </a:p>
        </p:txBody>
      </p:sp>
      <p:sp>
        <p:nvSpPr>
          <p:cNvPr id="20548" name="Shape 20548"/>
          <p:cNvSpPr/>
          <p:nvPr/>
        </p:nvSpPr>
        <p:spPr>
          <a:xfrm>
            <a:off x="868680" y="3328416"/>
            <a:ext cx="159105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In Genie One, or from any agent through Genie MCP.</a:t>
            </a:r>
            <a:endParaRPr lang="en-US" sz="1000"/>
          </a:p>
        </p:txBody>
      </p:sp>
      <p:cxnSp>
        <p:nvCxnSpPr>
          <p:cNvPr id="20549" name="Arrow 20549"/>
          <p:cNvCxnSpPr/>
          <p:nvPr/>
        </p:nvCxnSpPr>
        <p:spPr>
          <a:xfrm>
            <a:off x="2670048" y="3520440"/>
            <a:ext cx="202997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550" name="Shape 20550"/>
          <p:cNvSpPr/>
          <p:nvPr/>
        </p:nvSpPr>
        <p:spPr>
          <a:xfrm>
            <a:off x="2900477" y="2468880"/>
            <a:ext cx="1956816" cy="2103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51" name="Shape 20551"/>
          <p:cNvSpPr/>
          <p:nvPr/>
        </p:nvSpPr>
        <p:spPr>
          <a:xfrm>
            <a:off x="3083357" y="2633472"/>
            <a:ext cx="292608" cy="292608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2</a:t>
            </a:r>
            <a:endParaRPr lang="en-US" sz="900"/>
          </a:p>
        </p:txBody>
      </p:sp>
      <p:sp>
        <p:nvSpPr>
          <p:cNvPr id="20552" name="Shape 20552"/>
          <p:cNvSpPr/>
          <p:nvPr/>
        </p:nvSpPr>
        <p:spPr>
          <a:xfrm>
            <a:off x="3083357" y="301752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Retrieve context</a:t>
            </a:r>
            <a:endParaRPr lang="en-US" sz="1250"/>
          </a:p>
        </p:txBody>
      </p:sp>
      <p:sp>
        <p:nvSpPr>
          <p:cNvPr id="20553" name="Shape 20553"/>
          <p:cNvSpPr/>
          <p:nvPr/>
        </p:nvSpPr>
        <p:spPr>
          <a:xfrm>
            <a:off x="3083357" y="3328416"/>
            <a:ext cx="159105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Net Revenue page: net sales minus refunds. Ranked within Marco's permissions.</a:t>
            </a:r>
            <a:endParaRPr lang="en-US" sz="1000"/>
          </a:p>
        </p:txBody>
      </p:sp>
      <p:cxnSp>
        <p:nvCxnSpPr>
          <p:cNvPr id="20554" name="Arrow 20554"/>
          <p:cNvCxnSpPr/>
          <p:nvPr/>
        </p:nvCxnSpPr>
        <p:spPr>
          <a:xfrm>
            <a:off x="4884725" y="3520440"/>
            <a:ext cx="202997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555" name="Shape 20555"/>
          <p:cNvSpPr/>
          <p:nvPr/>
        </p:nvSpPr>
        <p:spPr>
          <a:xfrm>
            <a:off x="5115154" y="2468880"/>
            <a:ext cx="1956816" cy="2103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56" name="Shape 20556"/>
          <p:cNvSpPr/>
          <p:nvPr/>
        </p:nvSpPr>
        <p:spPr>
          <a:xfrm>
            <a:off x="5298034" y="2633472"/>
            <a:ext cx="292608" cy="292608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3</a:t>
            </a:r>
            <a:endParaRPr lang="en-US" sz="900"/>
          </a:p>
        </p:txBody>
      </p:sp>
      <p:sp>
        <p:nvSpPr>
          <p:cNvPr id="20557" name="Shape 20557"/>
          <p:cNvSpPr/>
          <p:nvPr/>
        </p:nvSpPr>
        <p:spPr>
          <a:xfrm>
            <a:off x="5298034" y="301752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Calculate</a:t>
            </a:r>
            <a:endParaRPr lang="en-US" sz="1250"/>
          </a:p>
        </p:txBody>
      </p:sp>
      <p:sp>
        <p:nvSpPr>
          <p:cNvPr id="20558" name="Shape 20558"/>
          <p:cNvSpPr/>
          <p:nvPr/>
        </p:nvSpPr>
        <p:spPr>
          <a:xfrm>
            <a:off x="5298034" y="3328416"/>
            <a:ext cx="159105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Net Revenue metric view, through the curated Genie Agent.</a:t>
            </a:r>
            <a:endParaRPr lang="en-US" sz="1000"/>
          </a:p>
        </p:txBody>
      </p:sp>
      <p:cxnSp>
        <p:nvCxnSpPr>
          <p:cNvPr id="20559" name="Arrow 20559"/>
          <p:cNvCxnSpPr/>
          <p:nvPr/>
        </p:nvCxnSpPr>
        <p:spPr>
          <a:xfrm>
            <a:off x="7099402" y="3520440"/>
            <a:ext cx="202997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560" name="Shape 20560"/>
          <p:cNvSpPr/>
          <p:nvPr/>
        </p:nvSpPr>
        <p:spPr>
          <a:xfrm>
            <a:off x="7329830" y="2468880"/>
            <a:ext cx="1956816" cy="2103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61" name="Shape 20561"/>
          <p:cNvSpPr/>
          <p:nvPr/>
        </p:nvSpPr>
        <p:spPr>
          <a:xfrm>
            <a:off x="7512710" y="2633472"/>
            <a:ext cx="292608" cy="292608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4</a:t>
            </a:r>
            <a:endParaRPr lang="en-US" sz="900"/>
          </a:p>
        </p:txBody>
      </p:sp>
      <p:sp>
        <p:nvSpPr>
          <p:cNvPr id="20562" name="Shape 20562"/>
          <p:cNvSpPr/>
          <p:nvPr/>
        </p:nvSpPr>
        <p:spPr>
          <a:xfrm>
            <a:off x="7512710" y="301752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Enforce</a:t>
            </a:r>
            <a:endParaRPr lang="en-US" sz="1250"/>
          </a:p>
        </p:txBody>
      </p:sp>
      <p:sp>
        <p:nvSpPr>
          <p:cNvPr id="20563" name="Shape 20563"/>
          <p:cNvSpPr/>
          <p:nvPr/>
        </p:nvSpPr>
        <p:spPr>
          <a:xfrm>
            <a:off x="7512710" y="3328416"/>
            <a:ext cx="159105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Unity Catalog row filter keeps Southern Europe stores only.</a:t>
            </a:r>
            <a:endParaRPr lang="en-US" sz="1000"/>
          </a:p>
        </p:txBody>
      </p:sp>
      <p:cxnSp>
        <p:nvCxnSpPr>
          <p:cNvPr id="20564" name="Arrow 20564"/>
          <p:cNvCxnSpPr/>
          <p:nvPr/>
        </p:nvCxnSpPr>
        <p:spPr>
          <a:xfrm>
            <a:off x="9314078" y="3520440"/>
            <a:ext cx="202997" cy="0"/>
          </a:xfrm>
          <a:prstGeom prst="straightConnector1">
            <a:avLst/>
          </a:prstGeom>
          <a:ln w="12700">
            <a:solidFill>
              <a:srgbClr val="0B2026"/>
            </a:solidFill>
            <a:tailEnd type="triangle" w="med" len="med"/>
          </a:ln>
        </p:spPr>
      </p:cxnSp>
      <p:sp>
        <p:nvSpPr>
          <p:cNvPr id="20565" name="Shape 20565"/>
          <p:cNvSpPr/>
          <p:nvPr/>
        </p:nvSpPr>
        <p:spPr>
          <a:xfrm>
            <a:off x="9544507" y="2468880"/>
            <a:ext cx="1956816" cy="2103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F3621"/>
            </a:solidFill>
          </a:ln>
          <a:effectLst>
            <a:outerShdw blurRad="28575" dist="9525" dir="5400000" algn="bl" rotWithShape="0">
              <a:srgbClr val="0B2026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66" name="Shape 20566"/>
          <p:cNvSpPr/>
          <p:nvPr/>
        </p:nvSpPr>
        <p:spPr>
          <a:xfrm>
            <a:off x="9727387" y="2633472"/>
            <a:ext cx="292608" cy="292608"/>
          </a:xfrm>
          <a:prstGeom prst="ellipse">
            <a:avLst/>
          </a:prstGeom>
          <a:solidFill>
            <a:srgbClr val="15A15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kern="0" dirty="0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5</a:t>
            </a:r>
            <a:endParaRPr lang="en-US" sz="900"/>
          </a:p>
        </p:txBody>
      </p:sp>
      <p:sp>
        <p:nvSpPr>
          <p:cNvPr id="20567" name="Shape 20567"/>
          <p:cNvSpPr/>
          <p:nvPr/>
        </p:nvSpPr>
        <p:spPr>
          <a:xfrm>
            <a:off x="9727387" y="301752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5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Answer</a:t>
            </a:r>
            <a:endParaRPr lang="en-US" sz="1250"/>
          </a:p>
        </p:txBody>
      </p:sp>
      <p:sp>
        <p:nvSpPr>
          <p:cNvPr id="20568" name="Shape 20568"/>
          <p:cNvSpPr/>
          <p:nvPr/>
        </p:nvSpPr>
        <p:spPr>
          <a:xfrm>
            <a:off x="9727387" y="3328416"/>
            <a:ext cx="159105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EUR 5,914.00</a:t>
            </a: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 for Marco. Claire, with every region, gets </a:t>
            </a:r>
            <a:r>
              <a:rPr lang="en-US" sz="10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EUR 16,537.20</a:t>
            </a:r>
            <a:r>
              <a:rPr lang="en-US" sz="100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.</a:t>
            </a:r>
            <a:endParaRPr lang="en-US" sz="1000"/>
          </a:p>
        </p:txBody>
      </p:sp>
      <p:sp>
        <p:nvSpPr>
          <p:cNvPr id="20569" name="Shape 20569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8696"/>
            </a:avLst>
          </a:prstGeom>
          <a:solidFill>
            <a:srgbClr val="F2F5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70" name="Shape 20570"/>
          <p:cNvSpPr/>
          <p:nvPr/>
        </p:nvSpPr>
        <p:spPr>
          <a:xfrm>
            <a:off x="914400" y="4800600"/>
            <a:ext cx="10360152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200" b="1" kern="0" dirty="0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Two answers, both right</a:t>
            </a:r>
            <a:endParaRPr lang="en-US" sz="1200"/>
          </a:p>
          <a:p>
            <a:pPr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Context made the definition the same for everyone; governance made the scope different. Feedback on each answer improves what Genie retrieves next time.</a:t>
            </a:r>
            <a:endParaRPr lang="en-US" sz="10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" name="Pitch Panel"/>
          <p:cNvSpPr/>
          <p:nvPr/>
        </p:nvSpPr>
        <p:spPr>
          <a:xfrm>
            <a:off x="548640" y="1508760"/>
            <a:ext cx="11091672" cy="458114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>
            <a:noFill/>
          </a:ln>
          <a:effectLst>
            <a:outerShdw blurRad="814388" dist="2667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813816"/>
            <a:ext cx="108173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500" b="1" kern="0" spc="-75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What You </a:t>
            </a:r>
            <a:r>
              <a:rPr lang="en-US" sz="3500" b="1" kern="0" spc="-75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Take Home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685800" y="6208713"/>
            <a:ext cx="108204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6348413"/>
            <a:ext cx="49852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DIGGIBYTE TECHNOLOGIES · GENIE BOOTCAMP · STOCKHOLM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9551561" y="6348413"/>
            <a:ext cx="365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>
                <a:solidFill>
                  <a:srgbClr val="6187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</a:t>
            </a:r>
            <a:endParaRPr lang="en-US" sz="975"/>
          </a:p>
        </p:txBody>
      </p:sp>
      <p:pic>
        <p:nvPicPr>
          <p:cNvPr id="9021" name="Diggibyte Logo" descr="Diggiby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51" name="Databricks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sp>
        <p:nvSpPr>
          <p:cNvPr id="9052" name="Shape 9052"/>
          <p:cNvSpPr/>
          <p:nvPr/>
        </p:nvSpPr>
        <p:spPr>
          <a:xfrm>
            <a:off x="9990473" y="6355080"/>
            <a:ext cx="9144" cy="18288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53" name="Genie Logo" descr="g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  <p:sp>
        <p:nvSpPr>
          <p:cNvPr id="20571" name="Shape 20571"/>
          <p:cNvSpPr/>
          <p:nvPr/>
        </p:nvSpPr>
        <p:spPr>
          <a:xfrm>
            <a:off x="685800" y="1691640"/>
            <a:ext cx="6309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GOVERNANCE CHECKLIST</a:t>
            </a:r>
            <a:endParaRPr lang="en-US" sz="850"/>
          </a:p>
        </p:txBody>
      </p:sp>
      <p:sp>
        <p:nvSpPr>
          <p:cNvPr id="20572" name="Shape 20572"/>
          <p:cNvSpPr/>
          <p:nvPr/>
        </p:nvSpPr>
        <p:spPr>
          <a:xfrm>
            <a:off x="685800" y="2011680"/>
            <a:ext cx="630936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73" name="Tick 20573"/>
          <p:cNvSpPr/>
          <p:nvPr/>
        </p:nvSpPr>
        <p:spPr>
          <a:xfrm>
            <a:off x="886968" y="220370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6" y="55"/>
                </a:moveTo>
                <a:lnTo>
                  <a:pt x="38" y="86"/>
                </a:lnTo>
                <a:lnTo>
                  <a:pt x="94" y="16"/>
                </a:lnTo>
              </a:path>
            </a:pathLst>
          </a:custGeom>
          <a:noFill/>
          <a:ln w="20320" cap="rnd">
            <a:solidFill>
              <a:srgbClr val="15A15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74" name="Shape 20574"/>
          <p:cNvSpPr/>
          <p:nvPr/>
        </p:nvSpPr>
        <p:spPr>
          <a:xfrm>
            <a:off x="1188720" y="2011680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Every certified metric resolves to a metric view, not ad-hoc SQL</a:t>
            </a:r>
            <a:endParaRPr lang="en-US" sz="1080"/>
          </a:p>
        </p:txBody>
      </p:sp>
      <p:sp>
        <p:nvSpPr>
          <p:cNvPr id="20575" name="Shape 20575"/>
          <p:cNvSpPr/>
          <p:nvPr/>
        </p:nvSpPr>
        <p:spPr>
          <a:xfrm>
            <a:off x="685800" y="2615184"/>
            <a:ext cx="630936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76" name="Tick 20576"/>
          <p:cNvSpPr/>
          <p:nvPr/>
        </p:nvSpPr>
        <p:spPr>
          <a:xfrm>
            <a:off x="886968" y="280720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6" y="55"/>
                </a:moveTo>
                <a:lnTo>
                  <a:pt x="38" y="86"/>
                </a:lnTo>
                <a:lnTo>
                  <a:pt x="94" y="16"/>
                </a:lnTo>
              </a:path>
            </a:pathLst>
          </a:custGeom>
          <a:noFill/>
          <a:ln w="20320" cap="rnd">
            <a:solidFill>
              <a:srgbClr val="15A15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77" name="Shape 20577"/>
          <p:cNvSpPr/>
          <p:nvPr/>
        </p:nvSpPr>
        <p:spPr>
          <a:xfrm>
            <a:off x="1188720" y="2615184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Every definition has a named owner and an approval path</a:t>
            </a:r>
            <a:endParaRPr lang="en-US" sz="1080"/>
          </a:p>
        </p:txBody>
      </p:sp>
      <p:sp>
        <p:nvSpPr>
          <p:cNvPr id="20578" name="Shape 20578"/>
          <p:cNvSpPr/>
          <p:nvPr/>
        </p:nvSpPr>
        <p:spPr>
          <a:xfrm>
            <a:off x="685800" y="3218688"/>
            <a:ext cx="630936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79" name="Tick 20579"/>
          <p:cNvSpPr/>
          <p:nvPr/>
        </p:nvSpPr>
        <p:spPr>
          <a:xfrm>
            <a:off x="886968" y="341071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6" y="55"/>
                </a:moveTo>
                <a:lnTo>
                  <a:pt x="38" y="86"/>
                </a:lnTo>
                <a:lnTo>
                  <a:pt x="94" y="16"/>
                </a:lnTo>
              </a:path>
            </a:pathLst>
          </a:custGeom>
          <a:noFill/>
          <a:ln w="20320" cap="rnd">
            <a:solidFill>
              <a:srgbClr val="15A15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80" name="Shape 20580"/>
          <p:cNvSpPr/>
          <p:nvPr/>
        </p:nvSpPr>
        <p:spPr>
          <a:xfrm>
            <a:off x="1188720" y="3218688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Benchmarks pass, and run on a schedule, not once</a:t>
            </a:r>
            <a:endParaRPr lang="en-US" sz="1080"/>
          </a:p>
        </p:txBody>
      </p:sp>
      <p:sp>
        <p:nvSpPr>
          <p:cNvPr id="20581" name="Shape 20581"/>
          <p:cNvSpPr/>
          <p:nvPr/>
        </p:nvSpPr>
        <p:spPr>
          <a:xfrm>
            <a:off x="685800" y="3822192"/>
            <a:ext cx="630936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82" name="Tick 20582"/>
          <p:cNvSpPr/>
          <p:nvPr/>
        </p:nvSpPr>
        <p:spPr>
          <a:xfrm>
            <a:off x="886968" y="4014216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6" y="55"/>
                </a:moveTo>
                <a:lnTo>
                  <a:pt x="38" y="86"/>
                </a:lnTo>
                <a:lnTo>
                  <a:pt x="94" y="16"/>
                </a:lnTo>
              </a:path>
            </a:pathLst>
          </a:custGeom>
          <a:noFill/>
          <a:ln w="20320" cap="rnd">
            <a:solidFill>
              <a:srgbClr val="15A15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83" name="Shape 20583"/>
          <p:cNvSpPr/>
          <p:nvPr/>
        </p:nvSpPr>
        <p:spPr>
          <a:xfrm>
            <a:off x="1188720" y="3822192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Row filters and masks are tested with a non-admin identity</a:t>
            </a:r>
            <a:endParaRPr lang="en-US" sz="1080"/>
          </a:p>
        </p:txBody>
      </p:sp>
      <p:sp>
        <p:nvSpPr>
          <p:cNvPr id="20584" name="Shape 20584"/>
          <p:cNvSpPr/>
          <p:nvPr/>
        </p:nvSpPr>
        <p:spPr>
          <a:xfrm>
            <a:off x="685800" y="4425696"/>
            <a:ext cx="630936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85" name="Tick 20585"/>
          <p:cNvSpPr/>
          <p:nvPr/>
        </p:nvSpPr>
        <p:spPr>
          <a:xfrm>
            <a:off x="886968" y="461772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6" y="55"/>
                </a:moveTo>
                <a:lnTo>
                  <a:pt x="38" y="86"/>
                </a:lnTo>
                <a:lnTo>
                  <a:pt x="94" y="16"/>
                </a:lnTo>
              </a:path>
            </a:pathLst>
          </a:custGeom>
          <a:noFill/>
          <a:ln w="20320" cap="rnd">
            <a:solidFill>
              <a:srgbClr val="15A15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86" name="Shape 20586"/>
          <p:cNvSpPr/>
          <p:nvPr/>
        </p:nvSpPr>
        <p:spPr>
          <a:xfrm>
            <a:off x="1188720" y="4425696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The Genie Agent is curated with SQL and examples first, text last</a:t>
            </a:r>
            <a:endParaRPr lang="en-US" sz="1080"/>
          </a:p>
        </p:txBody>
      </p:sp>
      <p:sp>
        <p:nvSpPr>
          <p:cNvPr id="20587" name="Shape 20587"/>
          <p:cNvSpPr/>
          <p:nvPr/>
        </p:nvSpPr>
        <p:spPr>
          <a:xfrm>
            <a:off x="685800" y="5029200"/>
            <a:ext cx="6309360" cy="512064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EEDE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88" name="Tick 20588"/>
          <p:cNvSpPr/>
          <p:nvPr/>
        </p:nvSpPr>
        <p:spPr>
          <a:xfrm>
            <a:off x="886968" y="522122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6" y="55"/>
                </a:moveTo>
                <a:lnTo>
                  <a:pt x="38" y="86"/>
                </a:lnTo>
                <a:lnTo>
                  <a:pt x="94" y="16"/>
                </a:lnTo>
              </a:path>
            </a:pathLst>
          </a:custGeom>
          <a:noFill/>
          <a:ln w="20320" cap="rnd">
            <a:solidFill>
              <a:srgbClr val="15A15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89" name="Shape 20589"/>
          <p:cNvSpPr/>
          <p:nvPr/>
        </p:nvSpPr>
        <p:spPr>
          <a:xfrm>
            <a:off x="1188720" y="5029200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80" b="0" kern="0" dirty="0">
                <a:solidFill>
                  <a:srgbClr val="1B3139"/>
                </a:solidFill>
                <a:latin typeface="DM Sans"/>
                <a:ea typeface="DM Sans"/>
                <a:cs typeface="DM Sans"/>
              </a:rPr>
              <a:t>Context is kept in Git and reviewed like code</a:t>
            </a:r>
            <a:endParaRPr lang="en-US" sz="1080"/>
          </a:p>
        </p:txBody>
      </p:sp>
      <p:sp>
        <p:nvSpPr>
          <p:cNvPr id="20590" name="Shape 20590"/>
          <p:cNvSpPr/>
          <p:nvPr/>
        </p:nvSpPr>
        <p:spPr>
          <a:xfrm>
            <a:off x="7269480" y="1691640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850" b="1" kern="0" spc="60" dirty="0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YOU LEAVE WITH</a:t>
            </a:r>
            <a:endParaRPr lang="en-US" sz="850"/>
          </a:p>
        </p:txBody>
      </p:sp>
      <p:sp>
        <p:nvSpPr>
          <p:cNvPr id="20591" name="Shape 20591"/>
          <p:cNvSpPr/>
          <p:nvPr/>
        </p:nvSpPr>
        <p:spPr>
          <a:xfrm>
            <a:off x="7269480" y="2011680"/>
            <a:ext cx="4233672" cy="3529584"/>
          </a:xfrm>
          <a:prstGeom prst="roundRect">
            <a:avLst>
              <a:gd name="adj" fmla="val 4000"/>
            </a:avLst>
          </a:prstGeom>
          <a:solidFill>
            <a:srgbClr val="0B20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92" name="Shape 20592"/>
          <p:cNvSpPr/>
          <p:nvPr/>
        </p:nvSpPr>
        <p:spPr>
          <a:xfrm>
            <a:off x="7543800" y="2176272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The repo</a:t>
            </a:r>
            <a:endParaRPr lang="en-US" sz="1300"/>
          </a:p>
        </p:txBody>
      </p:sp>
      <p:sp>
        <p:nvSpPr>
          <p:cNvPr id="20593" name="Shape 20593"/>
          <p:cNvSpPr/>
          <p:nvPr/>
        </p:nvSpPr>
        <p:spPr>
          <a:xfrm>
            <a:off x="7543800" y="2468880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Data, notebooks, bundle and manifest</a:t>
            </a:r>
            <a:endParaRPr lang="en-US" sz="1000"/>
          </a:p>
        </p:txBody>
      </p:sp>
      <p:sp>
        <p:nvSpPr>
          <p:cNvPr id="20594" name="Shape 20594"/>
          <p:cNvSpPr/>
          <p:nvPr/>
        </p:nvSpPr>
        <p:spPr>
          <a:xfrm>
            <a:off x="7543800" y="2871216"/>
            <a:ext cx="3685032" cy="9144"/>
          </a:xfrm>
          <a:prstGeom prst="rect">
            <a:avLst/>
          </a:prstGeom>
          <a:solidFill>
            <a:srgbClr val="2A3F4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95" name="Shape 20595"/>
          <p:cNvSpPr/>
          <p:nvPr/>
        </p:nvSpPr>
        <p:spPr>
          <a:xfrm>
            <a:off x="7543800" y="2999232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Your Genie Agent</a:t>
            </a:r>
            <a:endParaRPr lang="en-US" sz="1300"/>
          </a:p>
        </p:txBody>
      </p:sp>
      <p:sp>
        <p:nvSpPr>
          <p:cNvPr id="20596" name="Shape 20596"/>
          <p:cNvSpPr/>
          <p:nvPr/>
        </p:nvSpPr>
        <p:spPr>
          <a:xfrm>
            <a:off x="7543800" y="3291840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With its benchmark score, before and after</a:t>
            </a:r>
            <a:endParaRPr lang="en-US" sz="1000"/>
          </a:p>
        </p:txBody>
      </p:sp>
      <p:sp>
        <p:nvSpPr>
          <p:cNvPr id="20597" name="Shape 20597"/>
          <p:cNvSpPr/>
          <p:nvPr/>
        </p:nvSpPr>
        <p:spPr>
          <a:xfrm>
            <a:off x="7543800" y="3694176"/>
            <a:ext cx="3685032" cy="9144"/>
          </a:xfrm>
          <a:prstGeom prst="rect">
            <a:avLst/>
          </a:prstGeom>
          <a:solidFill>
            <a:srgbClr val="2A3F4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598" name="Shape 20598"/>
          <p:cNvSpPr/>
          <p:nvPr/>
        </p:nvSpPr>
        <p:spPr>
          <a:xfrm>
            <a:off x="7543800" y="3822192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This checklist</a:t>
            </a:r>
            <a:endParaRPr lang="en-US" sz="1300"/>
          </a:p>
        </p:txBody>
      </p:sp>
      <p:sp>
        <p:nvSpPr>
          <p:cNvPr id="20599" name="Shape 20599"/>
          <p:cNvSpPr/>
          <p:nvPr/>
        </p:nvSpPr>
        <p:spPr>
          <a:xfrm>
            <a:off x="7543800" y="4114800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Applied to your own use case</a:t>
            </a:r>
            <a:endParaRPr lang="en-US" sz="1000"/>
          </a:p>
        </p:txBody>
      </p:sp>
      <p:sp>
        <p:nvSpPr>
          <p:cNvPr id="20600" name="Shape 20600"/>
          <p:cNvSpPr/>
          <p:nvPr/>
        </p:nvSpPr>
        <p:spPr>
          <a:xfrm>
            <a:off x="7543800" y="4517136"/>
            <a:ext cx="3685032" cy="9144"/>
          </a:xfrm>
          <a:prstGeom prst="rect">
            <a:avLst/>
          </a:prstGeom>
          <a:solidFill>
            <a:srgbClr val="2A3F4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sz="1000"/>
          </a:p>
        </p:txBody>
      </p:sp>
      <p:sp>
        <p:nvSpPr>
          <p:cNvPr id="20601" name="Shape 20601"/>
          <p:cNvSpPr/>
          <p:nvPr/>
        </p:nvSpPr>
        <p:spPr>
          <a:xfrm>
            <a:off x="7543800" y="4645152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300" b="1" kern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One real use case</a:t>
            </a:r>
            <a:endParaRPr lang="en-US" sz="1300"/>
          </a:p>
        </p:txBody>
      </p:sp>
      <p:sp>
        <p:nvSpPr>
          <p:cNvPr id="20602" name="Shape 20602"/>
          <p:cNvSpPr/>
          <p:nvPr/>
        </p:nvSpPr>
        <p:spPr>
          <a:xfrm>
            <a:off x="7543800" y="4937760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000" b="0" kern="0" dirty="0">
                <a:solidFill>
                  <a:srgbClr val="C9D3D6"/>
                </a:solidFill>
                <a:latin typeface="DM Sans"/>
                <a:ea typeface="DM Sans"/>
                <a:cs typeface="DM Sans"/>
              </a:rPr>
              <a:t>With one named owner, not a team</a:t>
            </a:r>
            <a:endParaRPr lang="en-U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5" name="Google Shape;4325;p173"/>
          <p:cNvSpPr/>
          <p:nvPr/>
        </p:nvSpPr>
        <p:spPr>
          <a:xfrm>
            <a:off x="22400" y="6220050"/>
            <a:ext cx="3447300" cy="42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26" name="Google Shape;4326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t="50802"/>
          <a:stretch/>
        </p:blipFill>
        <p:spPr>
          <a:xfrm rot="10800000" flipH="1">
            <a:off x="1834527" y="3972101"/>
            <a:ext cx="8522942" cy="288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7" name="Google Shape;4327;p173" descr="The image depicts a stylized, dark, geometric pattern of intersecting lines resembling a series of parallel, horizontal stripes.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27" y="497022"/>
            <a:ext cx="8522942" cy="5863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8" name="Google Shape;4328;p173"/>
          <p:cNvGrpSpPr/>
          <p:nvPr/>
        </p:nvGrpSpPr>
        <p:grpSpPr>
          <a:xfrm>
            <a:off x="1997299" y="1904619"/>
            <a:ext cx="8100538" cy="2944454"/>
            <a:chOff x="1997299" y="1904298"/>
            <a:chExt cx="8100538" cy="2945338"/>
          </a:xfrm>
        </p:grpSpPr>
        <p:sp>
          <p:nvSpPr>
            <p:cNvPr id="4329" name="Google Shape;4329;p173"/>
            <p:cNvSpPr/>
            <p:nvPr/>
          </p:nvSpPr>
          <p:spPr>
            <a:xfrm>
              <a:off x="4206486" y="2452374"/>
              <a:ext cx="206700" cy="206700"/>
            </a:xfrm>
            <a:prstGeom prst="ellipse">
              <a:avLst/>
            </a:prstGeom>
            <a:solidFill>
              <a:srgbClr val="8F8D8D">
                <a:alpha val="11370"/>
              </a:srgbClr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4330" name="Google Shape;4330;p173"/>
            <p:cNvGrpSpPr/>
            <p:nvPr/>
          </p:nvGrpSpPr>
          <p:grpSpPr>
            <a:xfrm>
              <a:off x="1997299" y="1904298"/>
              <a:ext cx="8100538" cy="2945338"/>
              <a:chOff x="1997299" y="1904298"/>
              <a:chExt cx="8100538" cy="2945338"/>
            </a:xfrm>
          </p:grpSpPr>
          <p:sp>
            <p:nvSpPr>
              <p:cNvPr id="4331" name="Google Shape;4331;p173"/>
              <p:cNvSpPr/>
              <p:nvPr/>
            </p:nvSpPr>
            <p:spPr>
              <a:xfrm>
                <a:off x="1997299" y="2146652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2" name="Google Shape;4332;p173"/>
              <p:cNvSpPr/>
              <p:nvPr/>
            </p:nvSpPr>
            <p:spPr>
              <a:xfrm>
                <a:off x="3041682" y="231560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3" name="Google Shape;4333;p173"/>
              <p:cNvSpPr/>
              <p:nvPr/>
            </p:nvSpPr>
            <p:spPr>
              <a:xfrm>
                <a:off x="3069823" y="349968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4" name="Google Shape;4334;p173"/>
              <p:cNvSpPr/>
              <p:nvPr/>
            </p:nvSpPr>
            <p:spPr>
              <a:xfrm>
                <a:off x="3886186" y="449006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5" name="Google Shape;4335;p173"/>
              <p:cNvSpPr/>
              <p:nvPr/>
            </p:nvSpPr>
            <p:spPr>
              <a:xfrm>
                <a:off x="6638189" y="3887929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6" name="Google Shape;4336;p173"/>
              <p:cNvSpPr/>
              <p:nvPr/>
            </p:nvSpPr>
            <p:spPr>
              <a:xfrm>
                <a:off x="3533552" y="285185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7" name="Google Shape;4337;p173"/>
              <p:cNvSpPr/>
              <p:nvPr/>
            </p:nvSpPr>
            <p:spPr>
              <a:xfrm>
                <a:off x="2550989" y="276162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8" name="Google Shape;4338;p173"/>
              <p:cNvSpPr/>
              <p:nvPr/>
            </p:nvSpPr>
            <p:spPr>
              <a:xfrm>
                <a:off x="3180090" y="453963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39" name="Google Shape;4339;p173"/>
              <p:cNvSpPr/>
              <p:nvPr/>
            </p:nvSpPr>
            <p:spPr>
              <a:xfrm>
                <a:off x="4455287" y="2875924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0" name="Google Shape;4340;p173"/>
              <p:cNvSpPr/>
              <p:nvPr/>
            </p:nvSpPr>
            <p:spPr>
              <a:xfrm>
                <a:off x="3893211" y="3677598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1" name="Google Shape;4341;p173"/>
              <p:cNvSpPr/>
              <p:nvPr/>
            </p:nvSpPr>
            <p:spPr>
              <a:xfrm>
                <a:off x="3788168" y="200760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2" name="Google Shape;4342;p173"/>
              <p:cNvSpPr/>
              <p:nvPr/>
            </p:nvSpPr>
            <p:spPr>
              <a:xfrm>
                <a:off x="4870636" y="219898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3" name="Google Shape;4343;p173"/>
              <p:cNvSpPr/>
              <p:nvPr/>
            </p:nvSpPr>
            <p:spPr>
              <a:xfrm>
                <a:off x="5287510" y="3948062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4" name="Google Shape;4344;p173"/>
              <p:cNvSpPr/>
              <p:nvPr/>
            </p:nvSpPr>
            <p:spPr>
              <a:xfrm>
                <a:off x="5265681" y="4583762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5" name="Google Shape;4345;p173"/>
              <p:cNvSpPr/>
              <p:nvPr/>
            </p:nvSpPr>
            <p:spPr>
              <a:xfrm>
                <a:off x="5992649" y="190429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6" name="Google Shape;4346;p173"/>
              <p:cNvSpPr/>
              <p:nvPr/>
            </p:nvSpPr>
            <p:spPr>
              <a:xfrm>
                <a:off x="5990007" y="2545825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7" name="Google Shape;4347;p173"/>
              <p:cNvSpPr/>
              <p:nvPr/>
            </p:nvSpPr>
            <p:spPr>
              <a:xfrm>
                <a:off x="5992697" y="385994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8" name="Google Shape;4348;p173"/>
              <p:cNvSpPr/>
              <p:nvPr/>
            </p:nvSpPr>
            <p:spPr>
              <a:xfrm>
                <a:off x="7065622" y="2223853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49" name="Google Shape;4349;p173"/>
              <p:cNvSpPr/>
              <p:nvPr/>
            </p:nvSpPr>
            <p:spPr>
              <a:xfrm>
                <a:off x="6703444" y="2864970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0" name="Google Shape;4350;p173"/>
              <p:cNvSpPr/>
              <p:nvPr/>
            </p:nvSpPr>
            <p:spPr>
              <a:xfrm>
                <a:off x="6660777" y="4456758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1" name="Google Shape;4351;p173"/>
              <p:cNvSpPr/>
              <p:nvPr/>
            </p:nvSpPr>
            <p:spPr>
              <a:xfrm>
                <a:off x="5976858" y="4642936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2" name="Google Shape;4352;p173"/>
              <p:cNvSpPr/>
              <p:nvPr/>
            </p:nvSpPr>
            <p:spPr>
              <a:xfrm>
                <a:off x="4571340" y="4240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3" name="Google Shape;4353;p173"/>
              <p:cNvSpPr/>
              <p:nvPr/>
            </p:nvSpPr>
            <p:spPr>
              <a:xfrm>
                <a:off x="7971297" y="216113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4" name="Google Shape;4354;p173"/>
              <p:cNvSpPr/>
              <p:nvPr/>
            </p:nvSpPr>
            <p:spPr>
              <a:xfrm>
                <a:off x="7626973" y="267413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5" name="Google Shape;4355;p173"/>
              <p:cNvSpPr/>
              <p:nvPr/>
            </p:nvSpPr>
            <p:spPr>
              <a:xfrm>
                <a:off x="7325314" y="3662268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6" name="Google Shape;4356;p173"/>
              <p:cNvSpPr/>
              <p:nvPr/>
            </p:nvSpPr>
            <p:spPr>
              <a:xfrm>
                <a:off x="7372398" y="4386663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7" name="Google Shape;4357;p173"/>
              <p:cNvSpPr/>
              <p:nvPr/>
            </p:nvSpPr>
            <p:spPr>
              <a:xfrm>
                <a:off x="9059091" y="2007601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8" name="Google Shape;4358;p173"/>
              <p:cNvSpPr/>
              <p:nvPr/>
            </p:nvSpPr>
            <p:spPr>
              <a:xfrm>
                <a:off x="8539888" y="2661506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59" name="Google Shape;4359;p173"/>
              <p:cNvSpPr/>
              <p:nvPr/>
            </p:nvSpPr>
            <p:spPr>
              <a:xfrm>
                <a:off x="8091406" y="3325697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0" name="Google Shape;4360;p173"/>
              <p:cNvSpPr/>
              <p:nvPr/>
            </p:nvSpPr>
            <p:spPr>
              <a:xfrm>
                <a:off x="8062101" y="4399847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1" name="Google Shape;4361;p173"/>
              <p:cNvSpPr/>
              <p:nvPr/>
            </p:nvSpPr>
            <p:spPr>
              <a:xfrm>
                <a:off x="8795346" y="4480306"/>
                <a:ext cx="206700" cy="206700"/>
              </a:xfrm>
              <a:prstGeom prst="rect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2" name="Google Shape;4362;p173"/>
              <p:cNvSpPr/>
              <p:nvPr/>
            </p:nvSpPr>
            <p:spPr>
              <a:xfrm>
                <a:off x="8808891" y="3516650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3" name="Google Shape;4363;p173"/>
              <p:cNvSpPr/>
              <p:nvPr/>
            </p:nvSpPr>
            <p:spPr>
              <a:xfrm>
                <a:off x="9434311" y="2814109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4" name="Google Shape;4364;p173"/>
              <p:cNvSpPr/>
              <p:nvPr/>
            </p:nvSpPr>
            <p:spPr>
              <a:xfrm>
                <a:off x="9847637" y="2175651"/>
                <a:ext cx="250200" cy="216300"/>
              </a:xfrm>
              <a:prstGeom prst="triangle">
                <a:avLst>
                  <a:gd name="adj" fmla="val 50000"/>
                </a:avLst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65" name="Google Shape;4365;p173"/>
              <p:cNvSpPr/>
              <p:nvPr/>
            </p:nvSpPr>
            <p:spPr>
              <a:xfrm>
                <a:off x="5148914" y="2637065"/>
                <a:ext cx="206700" cy="206700"/>
              </a:xfrm>
              <a:prstGeom prst="ellipse">
                <a:avLst/>
              </a:prstGeom>
              <a:solidFill>
                <a:srgbClr val="8F8D8D">
                  <a:alpha val="11370"/>
                </a:srgbClr>
              </a:solidFill>
              <a:ln>
                <a:noFill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4366" name="Google Shape;4366;p173"/>
          <p:cNvGrpSpPr/>
          <p:nvPr/>
        </p:nvGrpSpPr>
        <p:grpSpPr>
          <a:xfrm>
            <a:off x="-202232" y="4816805"/>
            <a:ext cx="12713810" cy="2500954"/>
            <a:chOff x="-202233" y="4817354"/>
            <a:chExt cx="12713810" cy="2501705"/>
          </a:xfrm>
        </p:grpSpPr>
        <p:grpSp>
          <p:nvGrpSpPr>
            <p:cNvPr id="4367" name="Google Shape;4367;p173"/>
            <p:cNvGrpSpPr/>
            <p:nvPr/>
          </p:nvGrpSpPr>
          <p:grpSpPr>
            <a:xfrm>
              <a:off x="4759630" y="4926849"/>
              <a:ext cx="935888" cy="992868"/>
              <a:chOff x="5562600" y="2704822"/>
              <a:chExt cx="1066418" cy="1330922"/>
            </a:xfrm>
          </p:grpSpPr>
          <p:sp>
            <p:nvSpPr>
              <p:cNvPr id="4368" name="Google Shape;436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9" name="Google Shape;436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0" name="Google Shape;437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1" name="Google Shape;4371;p173"/>
            <p:cNvGrpSpPr/>
            <p:nvPr/>
          </p:nvGrpSpPr>
          <p:grpSpPr>
            <a:xfrm>
              <a:off x="7556752" y="5437647"/>
              <a:ext cx="935888" cy="992868"/>
              <a:chOff x="5562600" y="2704822"/>
              <a:chExt cx="1066418" cy="1330922"/>
            </a:xfrm>
          </p:grpSpPr>
          <p:sp>
            <p:nvSpPr>
              <p:cNvPr id="4372" name="Google Shape;437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3" name="Google Shape;437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4" name="Google Shape;437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5" name="Google Shape;4375;p173"/>
            <p:cNvGrpSpPr/>
            <p:nvPr/>
          </p:nvGrpSpPr>
          <p:grpSpPr>
            <a:xfrm>
              <a:off x="9856909" y="4898853"/>
              <a:ext cx="935888" cy="992868"/>
              <a:chOff x="5562600" y="2704822"/>
              <a:chExt cx="1066418" cy="1330922"/>
            </a:xfrm>
          </p:grpSpPr>
          <p:sp>
            <p:nvSpPr>
              <p:cNvPr id="4376" name="Google Shape;437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7" name="Google Shape;437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9" name="Google Shape;4379;p173"/>
            <p:cNvGrpSpPr/>
            <p:nvPr/>
          </p:nvGrpSpPr>
          <p:grpSpPr>
            <a:xfrm>
              <a:off x="2807793" y="5416487"/>
              <a:ext cx="935888" cy="992868"/>
              <a:chOff x="5562600" y="2704822"/>
              <a:chExt cx="1066418" cy="1330922"/>
            </a:xfrm>
          </p:grpSpPr>
          <p:sp>
            <p:nvSpPr>
              <p:cNvPr id="4380" name="Google Shape;4380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1" name="Google Shape;4381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3" name="Google Shape;4383;p173"/>
            <p:cNvGrpSpPr/>
            <p:nvPr/>
          </p:nvGrpSpPr>
          <p:grpSpPr>
            <a:xfrm>
              <a:off x="402726" y="5110864"/>
              <a:ext cx="935888" cy="992868"/>
              <a:chOff x="5562600" y="2704822"/>
              <a:chExt cx="1066418" cy="1330922"/>
            </a:xfrm>
          </p:grpSpPr>
          <p:sp>
            <p:nvSpPr>
              <p:cNvPr id="4384" name="Google Shape;438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6" name="Google Shape;438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7" name="Google Shape;4387;p173"/>
            <p:cNvGrpSpPr/>
            <p:nvPr/>
          </p:nvGrpSpPr>
          <p:grpSpPr>
            <a:xfrm>
              <a:off x="4222572" y="6054714"/>
              <a:ext cx="615430" cy="652817"/>
              <a:chOff x="5562600" y="2704822"/>
              <a:chExt cx="1066418" cy="1330922"/>
            </a:xfrm>
          </p:grpSpPr>
          <p:sp>
            <p:nvSpPr>
              <p:cNvPr id="4388" name="Google Shape;438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0" name="Google Shape;439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1" name="Google Shape;4391;p173"/>
            <p:cNvGrpSpPr/>
            <p:nvPr/>
          </p:nvGrpSpPr>
          <p:grpSpPr>
            <a:xfrm>
              <a:off x="6266030" y="5263604"/>
              <a:ext cx="615430" cy="652817"/>
              <a:chOff x="5562600" y="2704822"/>
              <a:chExt cx="1066418" cy="1330922"/>
            </a:xfrm>
          </p:grpSpPr>
          <p:sp>
            <p:nvSpPr>
              <p:cNvPr id="4392" name="Google Shape;439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3" name="Google Shape;439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5" name="Google Shape;4395;p173"/>
            <p:cNvGrpSpPr/>
            <p:nvPr/>
          </p:nvGrpSpPr>
          <p:grpSpPr>
            <a:xfrm>
              <a:off x="6764598" y="6383487"/>
              <a:ext cx="615430" cy="652817"/>
              <a:chOff x="5562600" y="2704822"/>
              <a:chExt cx="1066418" cy="1330922"/>
            </a:xfrm>
          </p:grpSpPr>
          <p:sp>
            <p:nvSpPr>
              <p:cNvPr id="4396" name="Google Shape;439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7" name="Google Shape;439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3" name="Google Shape;4403;p173"/>
            <p:cNvGrpSpPr/>
            <p:nvPr/>
          </p:nvGrpSpPr>
          <p:grpSpPr>
            <a:xfrm>
              <a:off x="1941338" y="5205035"/>
              <a:ext cx="615430" cy="652817"/>
              <a:chOff x="5562600" y="2704822"/>
              <a:chExt cx="1066418" cy="1330922"/>
            </a:xfrm>
          </p:grpSpPr>
          <p:sp>
            <p:nvSpPr>
              <p:cNvPr id="4404" name="Google Shape;4404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5" name="Google Shape;4405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6" name="Google Shape;4406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7" name="Google Shape;4407;p173"/>
            <p:cNvGrpSpPr/>
            <p:nvPr/>
          </p:nvGrpSpPr>
          <p:grpSpPr>
            <a:xfrm>
              <a:off x="-202233" y="6355087"/>
              <a:ext cx="615430" cy="652817"/>
              <a:chOff x="5562600" y="2704822"/>
              <a:chExt cx="1066418" cy="1330922"/>
            </a:xfrm>
          </p:grpSpPr>
          <p:sp>
            <p:nvSpPr>
              <p:cNvPr id="4408" name="Google Shape;4408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9" name="Google Shape;4409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0" name="Google Shape;4410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1" name="Google Shape;4411;p173"/>
            <p:cNvGrpSpPr/>
            <p:nvPr/>
          </p:nvGrpSpPr>
          <p:grpSpPr>
            <a:xfrm>
              <a:off x="1544759" y="6242068"/>
              <a:ext cx="716633" cy="760223"/>
              <a:chOff x="5562600" y="2704822"/>
              <a:chExt cx="1066418" cy="1330922"/>
            </a:xfrm>
          </p:grpSpPr>
          <p:sp>
            <p:nvSpPr>
              <p:cNvPr id="4412" name="Google Shape;4412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3" name="Google Shape;4413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4" name="Google Shape;4414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5" name="Google Shape;4415;p173"/>
            <p:cNvGrpSpPr/>
            <p:nvPr/>
          </p:nvGrpSpPr>
          <p:grpSpPr>
            <a:xfrm>
              <a:off x="5307950" y="6558836"/>
              <a:ext cx="716633" cy="760223"/>
              <a:chOff x="5562600" y="2704822"/>
              <a:chExt cx="1066418" cy="1330922"/>
            </a:xfrm>
          </p:grpSpPr>
          <p:sp>
            <p:nvSpPr>
              <p:cNvPr id="4416" name="Google Shape;4416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7" name="Google Shape;4417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8" name="Google Shape;4418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3" name="Google Shape;4423;p173"/>
            <p:cNvGrpSpPr/>
            <p:nvPr/>
          </p:nvGrpSpPr>
          <p:grpSpPr>
            <a:xfrm>
              <a:off x="3517858" y="5340271"/>
              <a:ext cx="457200" cy="457200"/>
              <a:chOff x="2501858" y="3905171"/>
              <a:chExt cx="457200" cy="457200"/>
            </a:xfrm>
          </p:grpSpPr>
          <p:sp>
            <p:nvSpPr>
              <p:cNvPr id="4424" name="Google Shape;4424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25" name="Google Shape;4425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26" name="Google Shape;4426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7" name="Google Shape;4427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28" name="Google Shape;4428;p173"/>
            <p:cNvGrpSpPr/>
            <p:nvPr/>
          </p:nvGrpSpPr>
          <p:grpSpPr>
            <a:xfrm>
              <a:off x="2581448" y="6084878"/>
              <a:ext cx="457200" cy="457200"/>
              <a:chOff x="1504675" y="4508420"/>
              <a:chExt cx="457200" cy="457200"/>
            </a:xfrm>
          </p:grpSpPr>
          <p:sp>
            <p:nvSpPr>
              <p:cNvPr id="4429" name="Google Shape;4429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0" name="Google Shape;4430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431" name="Google Shape;4431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2" name="Google Shape;4432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3" name="Google Shape;4433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4" name="Google Shape;4434;p173"/>
            <p:cNvGrpSpPr/>
            <p:nvPr/>
          </p:nvGrpSpPr>
          <p:grpSpPr>
            <a:xfrm>
              <a:off x="180700" y="5797470"/>
              <a:ext cx="457200" cy="457200"/>
              <a:chOff x="904600" y="3905170"/>
              <a:chExt cx="457200" cy="457200"/>
            </a:xfrm>
          </p:grpSpPr>
          <p:sp>
            <p:nvSpPr>
              <p:cNvPr id="4435" name="Google Shape;4435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36" name="Google Shape;4436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437" name="Google Shape;4437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8" name="Google Shape;4438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39" name="Google Shape;4439;p173"/>
            <p:cNvGrpSpPr/>
            <p:nvPr/>
          </p:nvGrpSpPr>
          <p:grpSpPr>
            <a:xfrm>
              <a:off x="1369705" y="6181238"/>
              <a:ext cx="361462" cy="361462"/>
              <a:chOff x="2501858" y="3905171"/>
              <a:chExt cx="457200" cy="457200"/>
            </a:xfrm>
          </p:grpSpPr>
          <p:sp>
            <p:nvSpPr>
              <p:cNvPr id="4440" name="Google Shape;4440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1" name="Google Shape;4441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442" name="Google Shape;4442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3" name="Google Shape;4443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44" name="Google Shape;4444;p173"/>
            <p:cNvGrpSpPr/>
            <p:nvPr/>
          </p:nvGrpSpPr>
          <p:grpSpPr>
            <a:xfrm>
              <a:off x="4069452" y="5946104"/>
              <a:ext cx="361462" cy="361462"/>
              <a:chOff x="904600" y="4508420"/>
              <a:chExt cx="457200" cy="457200"/>
            </a:xfrm>
          </p:grpSpPr>
          <p:sp>
            <p:nvSpPr>
              <p:cNvPr id="4445" name="Google Shape;4445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46" name="Google Shape;4446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447" name="Google Shape;4447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8" name="Google Shape;4448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449" name="Google Shape;4449;p173"/>
            <p:cNvSpPr txBox="1"/>
            <p:nvPr/>
          </p:nvSpPr>
          <p:spPr>
            <a:xfrm>
              <a:off x="511864" y="6475169"/>
              <a:ext cx="1031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173"/>
            <p:cNvSpPr txBox="1"/>
            <p:nvPr/>
          </p:nvSpPr>
          <p:spPr>
            <a:xfrm>
              <a:off x="5042635" y="6157118"/>
              <a:ext cx="913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173"/>
            <p:cNvSpPr txBox="1"/>
            <p:nvPr/>
          </p:nvSpPr>
          <p:spPr>
            <a:xfrm>
              <a:off x="7994939" y="4996137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10010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173"/>
            <p:cNvSpPr txBox="1"/>
            <p:nvPr/>
          </p:nvSpPr>
          <p:spPr>
            <a:xfrm>
              <a:off x="7493987" y="6496164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00011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173"/>
            <p:cNvSpPr txBox="1"/>
            <p:nvPr/>
          </p:nvSpPr>
          <p:spPr>
            <a:xfrm>
              <a:off x="4029902" y="5560770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173"/>
            <p:cNvSpPr txBox="1"/>
            <p:nvPr/>
          </p:nvSpPr>
          <p:spPr>
            <a:xfrm>
              <a:off x="3947731" y="5243354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173"/>
            <p:cNvSpPr txBox="1"/>
            <p:nvPr/>
          </p:nvSpPr>
          <p:spPr>
            <a:xfrm>
              <a:off x="6057302" y="6415781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173"/>
            <p:cNvSpPr txBox="1"/>
            <p:nvPr/>
          </p:nvSpPr>
          <p:spPr>
            <a:xfrm>
              <a:off x="8716612" y="5741589"/>
              <a:ext cx="7332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173"/>
            <p:cNvSpPr txBox="1"/>
            <p:nvPr/>
          </p:nvSpPr>
          <p:spPr>
            <a:xfrm>
              <a:off x="571360" y="6201453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01101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59" name="Google Shape;4459;p173"/>
            <p:cNvGrpSpPr/>
            <p:nvPr/>
          </p:nvGrpSpPr>
          <p:grpSpPr>
            <a:xfrm>
              <a:off x="11361323" y="5367095"/>
              <a:ext cx="249328" cy="217587"/>
              <a:chOff x="3774174" y="5612438"/>
              <a:chExt cx="249328" cy="217587"/>
            </a:xfrm>
          </p:grpSpPr>
          <p:sp>
            <p:nvSpPr>
              <p:cNvPr id="4460" name="Google Shape;4460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1" name="Google Shape;4461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2" name="Google Shape;4462;p173"/>
            <p:cNvGrpSpPr/>
            <p:nvPr/>
          </p:nvGrpSpPr>
          <p:grpSpPr>
            <a:xfrm>
              <a:off x="8916796" y="6282997"/>
              <a:ext cx="223107" cy="181979"/>
              <a:chOff x="10827985" y="5110002"/>
              <a:chExt cx="223107" cy="181979"/>
            </a:xfrm>
          </p:grpSpPr>
          <p:sp>
            <p:nvSpPr>
              <p:cNvPr id="4463" name="Google Shape;4463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4" name="Google Shape;4464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5" name="Google Shape;4465;p173"/>
            <p:cNvGrpSpPr/>
            <p:nvPr/>
          </p:nvGrpSpPr>
          <p:grpSpPr>
            <a:xfrm>
              <a:off x="2210451" y="5995505"/>
              <a:ext cx="275470" cy="196334"/>
              <a:chOff x="8527246" y="6418263"/>
              <a:chExt cx="275470" cy="196334"/>
            </a:xfrm>
          </p:grpSpPr>
          <p:sp>
            <p:nvSpPr>
              <p:cNvPr id="4466" name="Google Shape;4466;p173"/>
              <p:cNvSpPr/>
              <p:nvPr/>
            </p:nvSpPr>
            <p:spPr>
              <a:xfrm>
                <a:off x="8527246" y="6482591"/>
                <a:ext cx="124931" cy="132006"/>
              </a:xfrm>
              <a:custGeom>
                <a:avLst/>
                <a:gdLst/>
                <a:ahLst/>
                <a:cxnLst/>
                <a:rect l="l" t="t" r="r" b="b"/>
                <a:pathLst>
                  <a:path w="602075" h="636174" extrusionOk="0">
                    <a:moveTo>
                      <a:pt x="428435" y="305657"/>
                    </a:moveTo>
                    <a:lnTo>
                      <a:pt x="428435" y="0"/>
                    </a:lnTo>
                    <a:lnTo>
                      <a:pt x="30956" y="0"/>
                    </a:lnTo>
                    <a:cubicBezTo>
                      <a:pt x="13907" y="0"/>
                      <a:pt x="0" y="13811"/>
                      <a:pt x="0" y="30956"/>
                    </a:cubicBezTo>
                    <a:lnTo>
                      <a:pt x="0" y="445580"/>
                    </a:lnTo>
                    <a:cubicBezTo>
                      <a:pt x="0" y="462629"/>
                      <a:pt x="13811" y="476536"/>
                      <a:pt x="30956" y="476536"/>
                    </a:cubicBezTo>
                    <a:lnTo>
                      <a:pt x="291941" y="476536"/>
                    </a:lnTo>
                    <a:lnTo>
                      <a:pt x="451580" y="636175"/>
                    </a:lnTo>
                    <a:cubicBezTo>
                      <a:pt x="448818" y="636175"/>
                      <a:pt x="450628" y="537591"/>
                      <a:pt x="451580" y="476536"/>
                    </a:cubicBezTo>
                    <a:lnTo>
                      <a:pt x="571119" y="476536"/>
                    </a:lnTo>
                    <a:cubicBezTo>
                      <a:pt x="588169" y="476536"/>
                      <a:pt x="602075" y="462725"/>
                      <a:pt x="602075" y="445580"/>
                    </a:cubicBezTo>
                    <a:lnTo>
                      <a:pt x="602075" y="413290"/>
                    </a:lnTo>
                    <a:lnTo>
                      <a:pt x="535972" y="413290"/>
                    </a:lnTo>
                    <a:cubicBezTo>
                      <a:pt x="476726" y="413290"/>
                      <a:pt x="428435" y="365093"/>
                      <a:pt x="428435" y="305753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7" name="Google Shape;4467;p173"/>
              <p:cNvSpPr/>
              <p:nvPr/>
            </p:nvSpPr>
            <p:spPr>
              <a:xfrm>
                <a:off x="8628276" y="6418263"/>
                <a:ext cx="174440" cy="184283"/>
              </a:xfrm>
              <a:custGeom>
                <a:avLst/>
                <a:gdLst/>
                <a:ahLst/>
                <a:cxnLst/>
                <a:rect l="l" t="t" r="r" b="b"/>
                <a:pathLst>
                  <a:path w="840676" h="888110" extrusionOk="0">
                    <a:moveTo>
                      <a:pt x="790194" y="0"/>
                    </a:moveTo>
                    <a:lnTo>
                      <a:pt x="50387" y="0"/>
                    </a:lnTo>
                    <a:cubicBezTo>
                      <a:pt x="22574" y="0"/>
                      <a:pt x="0" y="22574"/>
                      <a:pt x="0" y="50387"/>
                    </a:cubicBezTo>
                    <a:lnTo>
                      <a:pt x="0" y="614839"/>
                    </a:lnTo>
                    <a:cubicBezTo>
                      <a:pt x="0" y="642652"/>
                      <a:pt x="22574" y="665226"/>
                      <a:pt x="50387" y="665226"/>
                    </a:cubicBezTo>
                    <a:lnTo>
                      <a:pt x="211265" y="665226"/>
                    </a:lnTo>
                    <a:cubicBezTo>
                      <a:pt x="212598" y="750475"/>
                      <a:pt x="215170" y="888111"/>
                      <a:pt x="211265" y="888111"/>
                    </a:cubicBezTo>
                    <a:lnTo>
                      <a:pt x="433102" y="665226"/>
                    </a:lnTo>
                    <a:lnTo>
                      <a:pt x="790289" y="665226"/>
                    </a:lnTo>
                    <a:cubicBezTo>
                      <a:pt x="818102" y="665226"/>
                      <a:pt x="840677" y="642652"/>
                      <a:pt x="840677" y="614839"/>
                    </a:cubicBezTo>
                    <a:lnTo>
                      <a:pt x="840677" y="50387"/>
                    </a:lnTo>
                    <a:cubicBezTo>
                      <a:pt x="840677" y="22574"/>
                      <a:pt x="818102" y="0"/>
                      <a:pt x="790289" y="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8" name="Google Shape;4468;p173"/>
            <p:cNvGrpSpPr/>
            <p:nvPr/>
          </p:nvGrpSpPr>
          <p:grpSpPr>
            <a:xfrm>
              <a:off x="2709690" y="6688606"/>
              <a:ext cx="249328" cy="217587"/>
              <a:chOff x="3774174" y="5612438"/>
              <a:chExt cx="249328" cy="217587"/>
            </a:xfrm>
          </p:grpSpPr>
          <p:sp>
            <p:nvSpPr>
              <p:cNvPr id="4469" name="Google Shape;4469;p173"/>
              <p:cNvSpPr/>
              <p:nvPr/>
            </p:nvSpPr>
            <p:spPr>
              <a:xfrm>
                <a:off x="3914732" y="5628616"/>
                <a:ext cx="108770" cy="185243"/>
              </a:xfrm>
              <a:custGeom>
                <a:avLst/>
                <a:gdLst/>
                <a:ahLst/>
                <a:cxnLst/>
                <a:rect l="l" t="t" r="r" b="b"/>
                <a:pathLst>
                  <a:path w="443960" h="756094" extrusionOk="0">
                    <a:moveTo>
                      <a:pt x="272606" y="432245"/>
                    </a:moveTo>
                    <a:cubicBezTo>
                      <a:pt x="345186" y="403384"/>
                      <a:pt x="396526" y="332613"/>
                      <a:pt x="396526" y="249841"/>
                    </a:cubicBezTo>
                    <a:lnTo>
                      <a:pt x="396526" y="196406"/>
                    </a:lnTo>
                    <a:cubicBezTo>
                      <a:pt x="396526" y="87916"/>
                      <a:pt x="308610" y="0"/>
                      <a:pt x="200120" y="0"/>
                    </a:cubicBezTo>
                    <a:cubicBezTo>
                      <a:pt x="91631" y="0"/>
                      <a:pt x="3715" y="87916"/>
                      <a:pt x="3715" y="196406"/>
                    </a:cubicBezTo>
                    <a:lnTo>
                      <a:pt x="3715" y="249841"/>
                    </a:lnTo>
                    <a:cubicBezTo>
                      <a:pt x="3715" y="332708"/>
                      <a:pt x="55054" y="403384"/>
                      <a:pt x="127635" y="432245"/>
                    </a:cubicBezTo>
                    <a:cubicBezTo>
                      <a:pt x="75248" y="448532"/>
                      <a:pt x="30575" y="482060"/>
                      <a:pt x="0" y="526161"/>
                    </a:cubicBezTo>
                    <a:cubicBezTo>
                      <a:pt x="35909" y="580835"/>
                      <a:pt x="56388" y="645890"/>
                      <a:pt x="56388" y="715232"/>
                    </a:cubicBezTo>
                    <a:lnTo>
                      <a:pt x="56388" y="756095"/>
                    </a:lnTo>
                    <a:lnTo>
                      <a:pt x="443960" y="756095"/>
                    </a:lnTo>
                    <a:lnTo>
                      <a:pt x="443960" y="665131"/>
                    </a:lnTo>
                    <a:cubicBezTo>
                      <a:pt x="443960" y="555689"/>
                      <a:pt x="371951" y="463201"/>
                      <a:pt x="272701" y="432340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0" name="Google Shape;4470;p173"/>
              <p:cNvSpPr/>
              <p:nvPr/>
            </p:nvSpPr>
            <p:spPr>
              <a:xfrm>
                <a:off x="3774174" y="5612438"/>
                <a:ext cx="140321" cy="217587"/>
              </a:xfrm>
              <a:custGeom>
                <a:avLst/>
                <a:gdLst/>
                <a:ahLst/>
                <a:cxnLst/>
                <a:rect l="l" t="t" r="r" b="b"/>
                <a:pathLst>
                  <a:path w="572738" h="888110" extrusionOk="0">
                    <a:moveTo>
                      <a:pt x="371666" y="507778"/>
                    </a:moveTo>
                    <a:cubicBezTo>
                      <a:pt x="456819" y="473869"/>
                      <a:pt x="517112" y="390716"/>
                      <a:pt x="517112" y="293370"/>
                    </a:cubicBezTo>
                    <a:lnTo>
                      <a:pt x="517112" y="230696"/>
                    </a:lnTo>
                    <a:cubicBezTo>
                      <a:pt x="517112" y="103346"/>
                      <a:pt x="413766" y="0"/>
                      <a:pt x="286322" y="0"/>
                    </a:cubicBezTo>
                    <a:lnTo>
                      <a:pt x="286322" y="0"/>
                    </a:lnTo>
                    <a:cubicBezTo>
                      <a:pt x="158877" y="0"/>
                      <a:pt x="55626" y="103346"/>
                      <a:pt x="55626" y="230696"/>
                    </a:cubicBezTo>
                    <a:lnTo>
                      <a:pt x="55626" y="293370"/>
                    </a:lnTo>
                    <a:cubicBezTo>
                      <a:pt x="55626" y="390620"/>
                      <a:pt x="115824" y="473774"/>
                      <a:pt x="201073" y="507778"/>
                    </a:cubicBezTo>
                    <a:cubicBezTo>
                      <a:pt x="84582" y="544163"/>
                      <a:pt x="0" y="652844"/>
                      <a:pt x="0" y="781240"/>
                    </a:cubicBezTo>
                    <a:lnTo>
                      <a:pt x="0" y="888111"/>
                    </a:lnTo>
                    <a:lnTo>
                      <a:pt x="572738" y="888111"/>
                    </a:lnTo>
                    <a:lnTo>
                      <a:pt x="572738" y="781240"/>
                    </a:lnTo>
                    <a:cubicBezTo>
                      <a:pt x="572738" y="652844"/>
                      <a:pt x="488156" y="544163"/>
                      <a:pt x="371761" y="507778"/>
                    </a:cubicBez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1" name="Google Shape;4471;p173"/>
            <p:cNvSpPr txBox="1"/>
            <p:nvPr/>
          </p:nvSpPr>
          <p:spPr>
            <a:xfrm>
              <a:off x="3323626" y="6539606"/>
              <a:ext cx="468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2" name="Google Shape;4472;p173"/>
            <p:cNvGrpSpPr/>
            <p:nvPr/>
          </p:nvGrpSpPr>
          <p:grpSpPr>
            <a:xfrm>
              <a:off x="-67150" y="5295432"/>
              <a:ext cx="234334" cy="255646"/>
              <a:chOff x="2852263" y="6337743"/>
              <a:chExt cx="234334" cy="255646"/>
            </a:xfrm>
          </p:grpSpPr>
          <p:sp>
            <p:nvSpPr>
              <p:cNvPr id="4473" name="Google Shape;4473;p173"/>
              <p:cNvSpPr/>
              <p:nvPr/>
            </p:nvSpPr>
            <p:spPr>
              <a:xfrm>
                <a:off x="2852263" y="6354476"/>
                <a:ext cx="128853" cy="236122"/>
              </a:xfrm>
              <a:custGeom>
                <a:avLst/>
                <a:gdLst/>
                <a:ahLst/>
                <a:cxnLst/>
                <a:rect l="l" t="t" r="r" b="b"/>
                <a:pathLst>
                  <a:path w="153854" h="281937" extrusionOk="0">
                    <a:moveTo>
                      <a:pt x="95705" y="7294"/>
                    </a:moveTo>
                    <a:lnTo>
                      <a:pt x="28946" y="0"/>
                    </a:lnTo>
                    <a:lnTo>
                      <a:pt x="0" y="265148"/>
                    </a:lnTo>
                    <a:lnTo>
                      <a:pt x="153855" y="281938"/>
                    </a:lnTo>
                    <a:lnTo>
                      <a:pt x="32579" y="250446"/>
                    </a:lnTo>
                    <a:lnTo>
                      <a:pt x="95705" y="7294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4" name="Google Shape;4474;p173"/>
              <p:cNvSpPr/>
              <p:nvPr/>
            </p:nvSpPr>
            <p:spPr>
              <a:xfrm>
                <a:off x="2897051" y="6337743"/>
                <a:ext cx="186010" cy="255646"/>
              </a:xfrm>
              <a:custGeom>
                <a:avLst/>
                <a:gdLst/>
                <a:ahLst/>
                <a:cxnLst/>
                <a:rect l="l" t="t" r="r" b="b"/>
                <a:pathLst>
                  <a:path w="222101" h="305249" extrusionOk="0">
                    <a:moveTo>
                      <a:pt x="147190" y="20823"/>
                    </a:moveTo>
                    <a:lnTo>
                      <a:pt x="67016" y="0"/>
                    </a:lnTo>
                    <a:lnTo>
                      <a:pt x="0" y="258140"/>
                    </a:lnTo>
                    <a:lnTo>
                      <a:pt x="181371" y="305249"/>
                    </a:lnTo>
                    <a:lnTo>
                      <a:pt x="222101" y="148306"/>
                    </a:lnTo>
                    <a:lnTo>
                      <a:pt x="120904" y="122020"/>
                    </a:lnTo>
                    <a:lnTo>
                      <a:pt x="147190" y="20823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5" name="Google Shape;4475;p173"/>
              <p:cNvSpPr/>
              <p:nvPr/>
            </p:nvSpPr>
            <p:spPr>
              <a:xfrm>
                <a:off x="3015739" y="6358784"/>
                <a:ext cx="70858" cy="89231"/>
              </a:xfrm>
              <a:custGeom>
                <a:avLst/>
                <a:gdLst/>
                <a:ahLst/>
                <a:cxnLst/>
                <a:rect l="l" t="t" r="r" b="b"/>
                <a:pathLst>
                  <a:path w="84607" h="106545" extrusionOk="0">
                    <a:moveTo>
                      <a:pt x="0" y="84578"/>
                    </a:moveTo>
                    <a:lnTo>
                      <a:pt x="0" y="84578"/>
                    </a:lnTo>
                    <a:lnTo>
                      <a:pt x="11985" y="87696"/>
                    </a:lnTo>
                    <a:lnTo>
                      <a:pt x="11985" y="87696"/>
                    </a:lnTo>
                    <a:lnTo>
                      <a:pt x="84607" y="106545"/>
                    </a:lnTo>
                    <a:lnTo>
                      <a:pt x="21996" y="0"/>
                    </a:lnTo>
                    <a:lnTo>
                      <a:pt x="0" y="84578"/>
                    </a:lnTo>
                    <a:lnTo>
                      <a:pt x="0" y="84578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6" name="Google Shape;4476;p173"/>
            <p:cNvGrpSpPr/>
            <p:nvPr/>
          </p:nvGrpSpPr>
          <p:grpSpPr>
            <a:xfrm>
              <a:off x="2716021" y="5130472"/>
              <a:ext cx="223107" cy="181979"/>
              <a:chOff x="10827985" y="5110002"/>
              <a:chExt cx="223107" cy="181979"/>
            </a:xfrm>
          </p:grpSpPr>
          <p:sp>
            <p:nvSpPr>
              <p:cNvPr id="4477" name="Google Shape;4477;p173"/>
              <p:cNvSpPr/>
              <p:nvPr/>
            </p:nvSpPr>
            <p:spPr>
              <a:xfrm>
                <a:off x="10827985" y="5129709"/>
                <a:ext cx="223107" cy="162272"/>
              </a:xfrm>
              <a:custGeom>
                <a:avLst/>
                <a:gdLst/>
                <a:ahLst/>
                <a:cxnLst/>
                <a:rect l="l" t="t" r="r" b="b"/>
                <a:pathLst>
                  <a:path w="1088326" h="791572" extrusionOk="0">
                    <a:moveTo>
                      <a:pt x="544163" y="421241"/>
                    </a:moveTo>
                    <a:lnTo>
                      <a:pt x="33719" y="4712"/>
                    </a:lnTo>
                    <a:cubicBezTo>
                      <a:pt x="20193" y="-6337"/>
                      <a:pt x="0" y="3284"/>
                      <a:pt x="0" y="20714"/>
                    </a:cubicBezTo>
                    <a:lnTo>
                      <a:pt x="0" y="744710"/>
                    </a:lnTo>
                    <a:cubicBezTo>
                      <a:pt x="0" y="770618"/>
                      <a:pt x="20955" y="791573"/>
                      <a:pt x="46863" y="791573"/>
                    </a:cubicBezTo>
                    <a:lnTo>
                      <a:pt x="1041463" y="791573"/>
                    </a:lnTo>
                    <a:cubicBezTo>
                      <a:pt x="1067372" y="791573"/>
                      <a:pt x="1088327" y="770618"/>
                      <a:pt x="1088327" y="744710"/>
                    </a:cubicBezTo>
                    <a:lnTo>
                      <a:pt x="1088327" y="20714"/>
                    </a:lnTo>
                    <a:cubicBezTo>
                      <a:pt x="1088327" y="3284"/>
                      <a:pt x="1068038" y="-6337"/>
                      <a:pt x="1054608" y="4712"/>
                    </a:cubicBezTo>
                    <a:lnTo>
                      <a:pt x="544163" y="421241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8" name="Google Shape;4478;p173"/>
              <p:cNvSpPr/>
              <p:nvPr/>
            </p:nvSpPr>
            <p:spPr>
              <a:xfrm>
                <a:off x="10835641" y="5110002"/>
                <a:ext cx="207710" cy="91031"/>
              </a:xfrm>
              <a:custGeom>
                <a:avLst/>
                <a:gdLst/>
                <a:ahLst/>
                <a:cxnLst/>
                <a:rect l="l" t="t" r="r" b="b"/>
                <a:pathLst>
                  <a:path w="1013220" h="444055" extrusionOk="0">
                    <a:moveTo>
                      <a:pt x="506622" y="444056"/>
                    </a:moveTo>
                    <a:lnTo>
                      <a:pt x="1005541" y="36957"/>
                    </a:lnTo>
                    <a:cubicBezTo>
                      <a:pt x="1020686" y="24575"/>
                      <a:pt x="1011923" y="0"/>
                      <a:pt x="992397" y="0"/>
                    </a:cubicBezTo>
                    <a:lnTo>
                      <a:pt x="20847" y="0"/>
                    </a:lnTo>
                    <a:cubicBezTo>
                      <a:pt x="1225" y="0"/>
                      <a:pt x="-7442" y="24575"/>
                      <a:pt x="7702" y="36957"/>
                    </a:cubicBezTo>
                    <a:lnTo>
                      <a:pt x="506622" y="444056"/>
                    </a:lnTo>
                    <a:close/>
                  </a:path>
                </a:pathLst>
              </a:custGeom>
              <a:solidFill>
                <a:srgbClr val="B5B3B3">
                  <a:alpha val="50200"/>
                </a:srgbClr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9" name="Google Shape;4479;p173"/>
            <p:cNvSpPr txBox="1"/>
            <p:nvPr/>
          </p:nvSpPr>
          <p:spPr>
            <a:xfrm>
              <a:off x="11735774" y="4989438"/>
              <a:ext cx="6447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00111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173"/>
            <p:cNvSpPr txBox="1"/>
            <p:nvPr/>
          </p:nvSpPr>
          <p:spPr>
            <a:xfrm>
              <a:off x="11716577" y="5665545"/>
              <a:ext cx="795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675" rIns="91400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7" b="0" i="0" u="none" strike="noStrike" cap="none">
                  <a:solidFill>
                    <a:srgbClr val="B5B3B3"/>
                  </a:solidFill>
                  <a:latin typeface="DM Mono Medium"/>
                  <a:ea typeface="DM Mono Medium"/>
                  <a:cs typeface="DM Mono Medium"/>
                  <a:sym typeface="DM Mono Medium"/>
                </a:rPr>
                <a:t>10100</a:t>
              </a:r>
              <a:endParaRPr sz="1467" b="0" i="0" u="none" strike="noStrike" cap="none">
                <a:solidFill>
                  <a:srgbClr val="B5B3B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1" name="Google Shape;4481;p173"/>
            <p:cNvGrpSpPr/>
            <p:nvPr/>
          </p:nvGrpSpPr>
          <p:grpSpPr>
            <a:xfrm>
              <a:off x="4534324" y="4900597"/>
              <a:ext cx="424570" cy="424570"/>
              <a:chOff x="1341330" y="3905170"/>
              <a:chExt cx="364500" cy="364500"/>
            </a:xfrm>
          </p:grpSpPr>
          <p:sp>
            <p:nvSpPr>
              <p:cNvPr id="4482" name="Google Shape;4482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483" name="Google Shape;4483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484" name="Google Shape;4484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485" name="Google Shape;4485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6" name="Google Shape;4486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7" name="Google Shape;4487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8" name="Google Shape;4488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489" name="Google Shape;4489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490" name="Google Shape;4490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491" name="Google Shape;4491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2" name="Google Shape;4492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93" name="Google Shape;4493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494" name="Google Shape;4494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495" name="Google Shape;4495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6" name="Google Shape;4496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7" name="Google Shape;4497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98" name="Google Shape;4498;p173"/>
            <p:cNvGrpSpPr/>
            <p:nvPr/>
          </p:nvGrpSpPr>
          <p:grpSpPr>
            <a:xfrm>
              <a:off x="6718945" y="5181072"/>
              <a:ext cx="361462" cy="361462"/>
              <a:chOff x="2501858" y="3905171"/>
              <a:chExt cx="457200" cy="457200"/>
            </a:xfrm>
          </p:grpSpPr>
          <p:sp>
            <p:nvSpPr>
              <p:cNvPr id="4499" name="Google Shape;449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0" name="Google Shape;450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01" name="Google Shape;450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2" name="Google Shape;450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03" name="Google Shape;4503;p173"/>
            <p:cNvGrpSpPr/>
            <p:nvPr/>
          </p:nvGrpSpPr>
          <p:grpSpPr>
            <a:xfrm>
              <a:off x="5451508" y="5661549"/>
              <a:ext cx="413647" cy="413647"/>
              <a:chOff x="1785458" y="3905171"/>
              <a:chExt cx="373800" cy="373800"/>
            </a:xfrm>
          </p:grpSpPr>
          <p:sp>
            <p:nvSpPr>
              <p:cNvPr id="4504" name="Google Shape;4504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05" name="Google Shape;4505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06" name="Google Shape;4506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7" name="Google Shape;4507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8" name="Google Shape;4508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9" name="Google Shape;4509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0" name="Google Shape;4510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1" name="Google Shape;4511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2" name="Google Shape;4512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3" name="Google Shape;4513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4" name="Google Shape;4514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5" name="Google Shape;4515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6" name="Google Shape;4516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17" name="Google Shape;4517;p173"/>
            <p:cNvGrpSpPr/>
            <p:nvPr/>
          </p:nvGrpSpPr>
          <p:grpSpPr>
            <a:xfrm>
              <a:off x="6600268" y="6310109"/>
              <a:ext cx="343952" cy="343952"/>
              <a:chOff x="904600" y="3905170"/>
              <a:chExt cx="457200" cy="457200"/>
            </a:xfrm>
          </p:grpSpPr>
          <p:sp>
            <p:nvSpPr>
              <p:cNvPr id="4518" name="Google Shape;4518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19" name="Google Shape;4519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20" name="Google Shape;4520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1" name="Google Shape;4521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2" name="Google Shape;4522;p173"/>
            <p:cNvGrpSpPr/>
            <p:nvPr/>
          </p:nvGrpSpPr>
          <p:grpSpPr>
            <a:xfrm>
              <a:off x="8279303" y="6119608"/>
              <a:ext cx="448330" cy="448330"/>
              <a:chOff x="904600" y="4508420"/>
              <a:chExt cx="457200" cy="457200"/>
            </a:xfrm>
          </p:grpSpPr>
          <p:sp>
            <p:nvSpPr>
              <p:cNvPr id="4523" name="Google Shape;4523;p173"/>
              <p:cNvSpPr/>
              <p:nvPr/>
            </p:nvSpPr>
            <p:spPr>
              <a:xfrm>
                <a:off x="904600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4" name="Google Shape;4524;p173"/>
              <p:cNvGrpSpPr/>
              <p:nvPr/>
            </p:nvGrpSpPr>
            <p:grpSpPr>
              <a:xfrm>
                <a:off x="996366" y="4653087"/>
                <a:ext cx="275995" cy="196728"/>
                <a:chOff x="5434012" y="2957512"/>
                <a:chExt cx="1326260" cy="945355"/>
              </a:xfrm>
            </p:grpSpPr>
            <p:sp>
              <p:nvSpPr>
                <p:cNvPr id="4525" name="Google Shape;4525;p173"/>
                <p:cNvSpPr/>
                <p:nvPr/>
              </p:nvSpPr>
              <p:spPr>
                <a:xfrm>
                  <a:off x="5434012" y="3266693"/>
                  <a:ext cx="602075" cy="63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075" h="636174" extrusionOk="0">
                      <a:moveTo>
                        <a:pt x="428435" y="305657"/>
                      </a:moveTo>
                      <a:lnTo>
                        <a:pt x="428435" y="0"/>
                      </a:lnTo>
                      <a:lnTo>
                        <a:pt x="30956" y="0"/>
                      </a:lnTo>
                      <a:cubicBezTo>
                        <a:pt x="13907" y="0"/>
                        <a:pt x="0" y="13811"/>
                        <a:pt x="0" y="30956"/>
                      </a:cubicBezTo>
                      <a:lnTo>
                        <a:pt x="0" y="445580"/>
                      </a:lnTo>
                      <a:cubicBezTo>
                        <a:pt x="0" y="462629"/>
                        <a:pt x="13811" y="476536"/>
                        <a:pt x="30956" y="476536"/>
                      </a:cubicBezTo>
                      <a:lnTo>
                        <a:pt x="291941" y="476536"/>
                      </a:lnTo>
                      <a:lnTo>
                        <a:pt x="451580" y="636175"/>
                      </a:lnTo>
                      <a:cubicBezTo>
                        <a:pt x="448818" y="636175"/>
                        <a:pt x="450628" y="537591"/>
                        <a:pt x="451580" y="476536"/>
                      </a:cubicBezTo>
                      <a:lnTo>
                        <a:pt x="571119" y="476536"/>
                      </a:lnTo>
                      <a:cubicBezTo>
                        <a:pt x="588169" y="476536"/>
                        <a:pt x="602075" y="462725"/>
                        <a:pt x="602075" y="445580"/>
                      </a:cubicBezTo>
                      <a:lnTo>
                        <a:pt x="602075" y="413290"/>
                      </a:lnTo>
                      <a:lnTo>
                        <a:pt x="535972" y="413290"/>
                      </a:lnTo>
                      <a:cubicBezTo>
                        <a:pt x="476726" y="413290"/>
                        <a:pt x="428435" y="365093"/>
                        <a:pt x="428435" y="305753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6" name="Google Shape;4526;p173"/>
                <p:cNvSpPr/>
                <p:nvPr/>
              </p:nvSpPr>
              <p:spPr>
                <a:xfrm>
                  <a:off x="5919596" y="2957512"/>
                  <a:ext cx="840676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76" h="888110" extrusionOk="0">
                      <a:moveTo>
                        <a:pt x="790194" y="0"/>
                      </a:moveTo>
                      <a:lnTo>
                        <a:pt x="50387" y="0"/>
                      </a:lnTo>
                      <a:cubicBezTo>
                        <a:pt x="22574" y="0"/>
                        <a:pt x="0" y="22574"/>
                        <a:pt x="0" y="50387"/>
                      </a:cubicBezTo>
                      <a:lnTo>
                        <a:pt x="0" y="614839"/>
                      </a:lnTo>
                      <a:cubicBezTo>
                        <a:pt x="0" y="642652"/>
                        <a:pt x="22574" y="665226"/>
                        <a:pt x="50387" y="665226"/>
                      </a:cubicBezTo>
                      <a:lnTo>
                        <a:pt x="211265" y="665226"/>
                      </a:lnTo>
                      <a:cubicBezTo>
                        <a:pt x="212598" y="750475"/>
                        <a:pt x="215170" y="888111"/>
                        <a:pt x="211265" y="888111"/>
                      </a:cubicBezTo>
                      <a:lnTo>
                        <a:pt x="433102" y="665226"/>
                      </a:lnTo>
                      <a:lnTo>
                        <a:pt x="790289" y="665226"/>
                      </a:lnTo>
                      <a:cubicBezTo>
                        <a:pt x="818102" y="665226"/>
                        <a:pt x="840677" y="642652"/>
                        <a:pt x="840677" y="614839"/>
                      </a:cubicBezTo>
                      <a:lnTo>
                        <a:pt x="840677" y="50387"/>
                      </a:lnTo>
                      <a:cubicBezTo>
                        <a:pt x="840677" y="22574"/>
                        <a:pt x="818102" y="0"/>
                        <a:pt x="790289" y="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7" name="Google Shape;4527;p173"/>
            <p:cNvGrpSpPr/>
            <p:nvPr/>
          </p:nvGrpSpPr>
          <p:grpSpPr>
            <a:xfrm>
              <a:off x="7321046" y="5381831"/>
              <a:ext cx="457200" cy="457200"/>
              <a:chOff x="1504675" y="4508420"/>
              <a:chExt cx="457200" cy="457200"/>
            </a:xfrm>
          </p:grpSpPr>
          <p:sp>
            <p:nvSpPr>
              <p:cNvPr id="4528" name="Google Shape;4528;p173"/>
              <p:cNvSpPr/>
              <p:nvPr/>
            </p:nvSpPr>
            <p:spPr>
              <a:xfrm>
                <a:off x="1504675" y="450842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29" name="Google Shape;4529;p173"/>
              <p:cNvGrpSpPr/>
              <p:nvPr/>
            </p:nvGrpSpPr>
            <p:grpSpPr>
              <a:xfrm>
                <a:off x="1623034" y="4608770"/>
                <a:ext cx="234278" cy="255463"/>
                <a:chOff x="1593121" y="4583995"/>
                <a:chExt cx="279935" cy="305249"/>
              </a:xfrm>
            </p:grpSpPr>
            <p:sp>
              <p:nvSpPr>
                <p:cNvPr id="4530" name="Google Shape;4530;p173"/>
                <p:cNvSpPr/>
                <p:nvPr/>
              </p:nvSpPr>
              <p:spPr>
                <a:xfrm>
                  <a:off x="1593121" y="4603988"/>
                  <a:ext cx="153854" cy="28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54" h="281937" extrusionOk="0">
                      <a:moveTo>
                        <a:pt x="95705" y="7294"/>
                      </a:moveTo>
                      <a:lnTo>
                        <a:pt x="28946" y="0"/>
                      </a:lnTo>
                      <a:lnTo>
                        <a:pt x="0" y="265148"/>
                      </a:lnTo>
                      <a:lnTo>
                        <a:pt x="153855" y="281938"/>
                      </a:lnTo>
                      <a:lnTo>
                        <a:pt x="32579" y="250446"/>
                      </a:lnTo>
                      <a:lnTo>
                        <a:pt x="95705" y="7294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1" name="Google Shape;4531;p173"/>
                <p:cNvSpPr/>
                <p:nvPr/>
              </p:nvSpPr>
              <p:spPr>
                <a:xfrm>
                  <a:off x="1646636" y="4583995"/>
                  <a:ext cx="222101" cy="30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01" h="305249" extrusionOk="0">
                      <a:moveTo>
                        <a:pt x="147190" y="20823"/>
                      </a:moveTo>
                      <a:lnTo>
                        <a:pt x="67016" y="0"/>
                      </a:lnTo>
                      <a:lnTo>
                        <a:pt x="0" y="258140"/>
                      </a:lnTo>
                      <a:lnTo>
                        <a:pt x="181371" y="305249"/>
                      </a:lnTo>
                      <a:lnTo>
                        <a:pt x="222101" y="148306"/>
                      </a:lnTo>
                      <a:lnTo>
                        <a:pt x="120904" y="122020"/>
                      </a:lnTo>
                      <a:lnTo>
                        <a:pt x="147190" y="20823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2" name="Google Shape;4532;p173"/>
                <p:cNvSpPr/>
                <p:nvPr/>
              </p:nvSpPr>
              <p:spPr>
                <a:xfrm>
                  <a:off x="1788449" y="4609136"/>
                  <a:ext cx="84607" cy="10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07" h="106545" extrusionOk="0">
                      <a:moveTo>
                        <a:pt x="0" y="84578"/>
                      </a:moveTo>
                      <a:lnTo>
                        <a:pt x="0" y="84578"/>
                      </a:lnTo>
                      <a:lnTo>
                        <a:pt x="11985" y="87696"/>
                      </a:lnTo>
                      <a:lnTo>
                        <a:pt x="11985" y="87696"/>
                      </a:lnTo>
                      <a:lnTo>
                        <a:pt x="84607" y="106545"/>
                      </a:lnTo>
                      <a:lnTo>
                        <a:pt x="21996" y="0"/>
                      </a:lnTo>
                      <a:lnTo>
                        <a:pt x="0" y="84578"/>
                      </a:lnTo>
                      <a:lnTo>
                        <a:pt x="0" y="84578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3" name="Google Shape;4533;p173"/>
            <p:cNvGrpSpPr/>
            <p:nvPr/>
          </p:nvGrpSpPr>
          <p:grpSpPr>
            <a:xfrm>
              <a:off x="10564187" y="4817354"/>
              <a:ext cx="457200" cy="457200"/>
              <a:chOff x="904600" y="3905170"/>
              <a:chExt cx="457200" cy="457200"/>
            </a:xfrm>
          </p:grpSpPr>
          <p:sp>
            <p:nvSpPr>
              <p:cNvPr id="4534" name="Google Shape;4534;p173"/>
              <p:cNvSpPr/>
              <p:nvPr/>
            </p:nvSpPr>
            <p:spPr>
              <a:xfrm>
                <a:off x="904600" y="390517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35" name="Google Shape;4535;p173"/>
              <p:cNvGrpSpPr/>
              <p:nvPr/>
            </p:nvGrpSpPr>
            <p:grpSpPr>
              <a:xfrm>
                <a:off x="1015883" y="4043089"/>
                <a:ext cx="221910" cy="181105"/>
                <a:chOff x="3163419" y="3241369"/>
                <a:chExt cx="1088326" cy="888205"/>
              </a:xfrm>
            </p:grpSpPr>
            <p:sp>
              <p:nvSpPr>
                <p:cNvPr id="4536" name="Google Shape;4536;p173"/>
                <p:cNvSpPr/>
                <p:nvPr/>
              </p:nvSpPr>
              <p:spPr>
                <a:xfrm>
                  <a:off x="3163419" y="3338002"/>
                  <a:ext cx="1088326" cy="79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326" h="791572" extrusionOk="0">
                      <a:moveTo>
                        <a:pt x="544163" y="421241"/>
                      </a:moveTo>
                      <a:lnTo>
                        <a:pt x="33719" y="4712"/>
                      </a:lnTo>
                      <a:cubicBezTo>
                        <a:pt x="20193" y="-6337"/>
                        <a:pt x="0" y="3284"/>
                        <a:pt x="0" y="20714"/>
                      </a:cubicBezTo>
                      <a:lnTo>
                        <a:pt x="0" y="744710"/>
                      </a:lnTo>
                      <a:cubicBezTo>
                        <a:pt x="0" y="770618"/>
                        <a:pt x="20955" y="791573"/>
                        <a:pt x="46863" y="791573"/>
                      </a:cubicBezTo>
                      <a:lnTo>
                        <a:pt x="1041463" y="791573"/>
                      </a:lnTo>
                      <a:cubicBezTo>
                        <a:pt x="1067372" y="791573"/>
                        <a:pt x="1088327" y="770618"/>
                        <a:pt x="1088327" y="744710"/>
                      </a:cubicBezTo>
                      <a:lnTo>
                        <a:pt x="1088327" y="20714"/>
                      </a:lnTo>
                      <a:cubicBezTo>
                        <a:pt x="1088327" y="3284"/>
                        <a:pt x="1068038" y="-6337"/>
                        <a:pt x="1054608" y="4712"/>
                      </a:cubicBezTo>
                      <a:lnTo>
                        <a:pt x="544163" y="421241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7" name="Google Shape;4537;p173"/>
                <p:cNvSpPr/>
                <p:nvPr/>
              </p:nvSpPr>
              <p:spPr>
                <a:xfrm>
                  <a:off x="3200960" y="3241369"/>
                  <a:ext cx="1013220" cy="4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20" h="444055" extrusionOk="0">
                      <a:moveTo>
                        <a:pt x="506622" y="444056"/>
                      </a:moveTo>
                      <a:lnTo>
                        <a:pt x="1005541" y="36957"/>
                      </a:lnTo>
                      <a:cubicBezTo>
                        <a:pt x="1020686" y="24575"/>
                        <a:pt x="1011923" y="0"/>
                        <a:pt x="992397" y="0"/>
                      </a:cubicBezTo>
                      <a:lnTo>
                        <a:pt x="20847" y="0"/>
                      </a:lnTo>
                      <a:cubicBezTo>
                        <a:pt x="1225" y="0"/>
                        <a:pt x="-7442" y="24575"/>
                        <a:pt x="7702" y="36957"/>
                      </a:cubicBezTo>
                      <a:lnTo>
                        <a:pt x="506622" y="444056"/>
                      </a:ln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8" name="Google Shape;4538;p173"/>
            <p:cNvGrpSpPr/>
            <p:nvPr/>
          </p:nvGrpSpPr>
          <p:grpSpPr>
            <a:xfrm>
              <a:off x="9619208" y="5590739"/>
              <a:ext cx="457200" cy="457200"/>
              <a:chOff x="2501858" y="3905171"/>
              <a:chExt cx="457200" cy="457200"/>
            </a:xfrm>
          </p:grpSpPr>
          <p:sp>
            <p:nvSpPr>
              <p:cNvPr id="4539" name="Google Shape;4539;p173"/>
              <p:cNvSpPr/>
              <p:nvPr/>
            </p:nvSpPr>
            <p:spPr>
              <a:xfrm>
                <a:off x="2501858" y="3905171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40" name="Google Shape;4540;p173"/>
              <p:cNvGrpSpPr/>
              <p:nvPr/>
            </p:nvGrpSpPr>
            <p:grpSpPr>
              <a:xfrm>
                <a:off x="2605814" y="4024973"/>
                <a:ext cx="249379" cy="217676"/>
                <a:chOff x="3238499" y="3586162"/>
                <a:chExt cx="1017460" cy="888110"/>
              </a:xfrm>
            </p:grpSpPr>
            <p:sp>
              <p:nvSpPr>
                <p:cNvPr id="4541" name="Google Shape;4541;p173"/>
                <p:cNvSpPr/>
                <p:nvPr/>
              </p:nvSpPr>
              <p:spPr>
                <a:xfrm>
                  <a:off x="3811999" y="3652170"/>
                  <a:ext cx="443960" cy="756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960" h="756094" extrusionOk="0">
                      <a:moveTo>
                        <a:pt x="272606" y="432245"/>
                      </a:moveTo>
                      <a:cubicBezTo>
                        <a:pt x="345186" y="403384"/>
                        <a:pt x="396526" y="332613"/>
                        <a:pt x="396526" y="249841"/>
                      </a:cubicBezTo>
                      <a:lnTo>
                        <a:pt x="396526" y="196406"/>
                      </a:lnTo>
                      <a:cubicBezTo>
                        <a:pt x="396526" y="87916"/>
                        <a:pt x="308610" y="0"/>
                        <a:pt x="200120" y="0"/>
                      </a:cubicBezTo>
                      <a:cubicBezTo>
                        <a:pt x="91631" y="0"/>
                        <a:pt x="3715" y="87916"/>
                        <a:pt x="3715" y="196406"/>
                      </a:cubicBezTo>
                      <a:lnTo>
                        <a:pt x="3715" y="249841"/>
                      </a:lnTo>
                      <a:cubicBezTo>
                        <a:pt x="3715" y="332708"/>
                        <a:pt x="55054" y="403384"/>
                        <a:pt x="127635" y="432245"/>
                      </a:cubicBezTo>
                      <a:cubicBezTo>
                        <a:pt x="75248" y="448532"/>
                        <a:pt x="30575" y="482060"/>
                        <a:pt x="0" y="526161"/>
                      </a:cubicBezTo>
                      <a:cubicBezTo>
                        <a:pt x="35909" y="580835"/>
                        <a:pt x="56388" y="645890"/>
                        <a:pt x="56388" y="715232"/>
                      </a:cubicBezTo>
                      <a:lnTo>
                        <a:pt x="56388" y="756095"/>
                      </a:lnTo>
                      <a:lnTo>
                        <a:pt x="443960" y="756095"/>
                      </a:lnTo>
                      <a:lnTo>
                        <a:pt x="443960" y="665131"/>
                      </a:lnTo>
                      <a:cubicBezTo>
                        <a:pt x="443960" y="555689"/>
                        <a:pt x="371951" y="463201"/>
                        <a:pt x="272701" y="432340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2" name="Google Shape;4542;p173"/>
                <p:cNvSpPr/>
                <p:nvPr/>
              </p:nvSpPr>
              <p:spPr>
                <a:xfrm>
                  <a:off x="3238499" y="3586162"/>
                  <a:ext cx="572738" cy="88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738" h="888110" extrusionOk="0">
                      <a:moveTo>
                        <a:pt x="371666" y="507778"/>
                      </a:moveTo>
                      <a:cubicBezTo>
                        <a:pt x="456819" y="473869"/>
                        <a:pt x="517112" y="390716"/>
                        <a:pt x="517112" y="293370"/>
                      </a:cubicBezTo>
                      <a:lnTo>
                        <a:pt x="517112" y="230696"/>
                      </a:lnTo>
                      <a:cubicBezTo>
                        <a:pt x="517112" y="103346"/>
                        <a:pt x="413766" y="0"/>
                        <a:pt x="286322" y="0"/>
                      </a:cubicBezTo>
                      <a:lnTo>
                        <a:pt x="286322" y="0"/>
                      </a:lnTo>
                      <a:cubicBezTo>
                        <a:pt x="158877" y="0"/>
                        <a:pt x="55626" y="103346"/>
                        <a:pt x="55626" y="230696"/>
                      </a:cubicBezTo>
                      <a:lnTo>
                        <a:pt x="55626" y="293370"/>
                      </a:lnTo>
                      <a:cubicBezTo>
                        <a:pt x="55626" y="390620"/>
                        <a:pt x="115824" y="473774"/>
                        <a:pt x="201073" y="507778"/>
                      </a:cubicBezTo>
                      <a:cubicBezTo>
                        <a:pt x="84582" y="544163"/>
                        <a:pt x="0" y="652844"/>
                        <a:pt x="0" y="781240"/>
                      </a:cubicBezTo>
                      <a:lnTo>
                        <a:pt x="0" y="888111"/>
                      </a:lnTo>
                      <a:lnTo>
                        <a:pt x="572738" y="888111"/>
                      </a:lnTo>
                      <a:lnTo>
                        <a:pt x="572738" y="781240"/>
                      </a:lnTo>
                      <a:cubicBezTo>
                        <a:pt x="572738" y="652844"/>
                        <a:pt x="488156" y="544163"/>
                        <a:pt x="371761" y="507778"/>
                      </a:cubicBezTo>
                      <a:close/>
                    </a:path>
                  </a:pathLst>
                </a:cu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49" name="Google Shape;4549;p173"/>
            <p:cNvGrpSpPr/>
            <p:nvPr/>
          </p:nvGrpSpPr>
          <p:grpSpPr>
            <a:xfrm>
              <a:off x="1772470" y="5612982"/>
              <a:ext cx="332570" cy="332570"/>
              <a:chOff x="1341330" y="3905170"/>
              <a:chExt cx="364500" cy="364500"/>
            </a:xfrm>
          </p:grpSpPr>
          <p:sp>
            <p:nvSpPr>
              <p:cNvPr id="4550" name="Google Shape;4550;p173"/>
              <p:cNvSpPr/>
              <p:nvPr/>
            </p:nvSpPr>
            <p:spPr>
              <a:xfrm>
                <a:off x="1341330" y="3905170"/>
                <a:ext cx="364500" cy="364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51" name="Google Shape;4551;p173"/>
              <p:cNvGrpSpPr/>
              <p:nvPr/>
            </p:nvGrpSpPr>
            <p:grpSpPr>
              <a:xfrm>
                <a:off x="1402446" y="4003042"/>
                <a:ext cx="242531" cy="168907"/>
                <a:chOff x="3402064" y="1180210"/>
                <a:chExt cx="1348141" cy="938892"/>
              </a:xfrm>
            </p:grpSpPr>
            <p:grpSp>
              <p:nvGrpSpPr>
                <p:cNvPr id="4552" name="Google Shape;4552;p173"/>
                <p:cNvGrpSpPr/>
                <p:nvPr/>
              </p:nvGrpSpPr>
              <p:grpSpPr>
                <a:xfrm>
                  <a:off x="3535253" y="1180210"/>
                  <a:ext cx="1082197" cy="580047"/>
                  <a:chOff x="5038725" y="2057400"/>
                  <a:chExt cx="2057409" cy="1102751"/>
                </a:xfrm>
              </p:grpSpPr>
              <p:sp>
                <p:nvSpPr>
                  <p:cNvPr id="4553" name="Google Shape;4553;p173"/>
                  <p:cNvSpPr/>
                  <p:nvPr/>
                </p:nvSpPr>
                <p:spPr>
                  <a:xfrm>
                    <a:off x="5038725" y="2057400"/>
                    <a:ext cx="2057400" cy="2190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4" name="Google Shape;4554;p173"/>
                  <p:cNvSpPr/>
                  <p:nvPr/>
                </p:nvSpPr>
                <p:spPr>
                  <a:xfrm>
                    <a:off x="5038734" y="2270951"/>
                    <a:ext cx="2057400" cy="8892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5" name="Google Shape;4555;p173"/>
                  <p:cNvSpPr/>
                  <p:nvPr/>
                </p:nvSpPr>
                <p:spPr>
                  <a:xfrm>
                    <a:off x="5119190" y="2117682"/>
                    <a:ext cx="93000" cy="93000"/>
                  </a:xfrm>
                  <a:prstGeom prst="ellipse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556" name="Google Shape;4556;p173"/>
                <p:cNvGrpSpPr/>
                <p:nvPr/>
              </p:nvGrpSpPr>
              <p:grpSpPr>
                <a:xfrm>
                  <a:off x="3402064" y="1463578"/>
                  <a:ext cx="797700" cy="655524"/>
                  <a:chOff x="5091948" y="1452135"/>
                  <a:chExt cx="797700" cy="655524"/>
                </a:xfrm>
              </p:grpSpPr>
              <p:sp>
                <p:nvSpPr>
                  <p:cNvPr id="4557" name="Google Shape;4557;p173"/>
                  <p:cNvSpPr/>
                  <p:nvPr/>
                </p:nvSpPr>
                <p:spPr>
                  <a:xfrm>
                    <a:off x="5091948" y="1452135"/>
                    <a:ext cx="797700" cy="6555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558" name="Google Shape;4558;p173"/>
                  <p:cNvGrpSpPr/>
                  <p:nvPr/>
                </p:nvGrpSpPr>
                <p:grpSpPr>
                  <a:xfrm>
                    <a:off x="5164182" y="1527612"/>
                    <a:ext cx="653450" cy="580047"/>
                    <a:chOff x="7573907" y="2961317"/>
                    <a:chExt cx="1242300" cy="1102751"/>
                  </a:xfrm>
                </p:grpSpPr>
                <p:sp>
                  <p:nvSpPr>
                    <p:cNvPr id="4559" name="Google Shape;4559;p173"/>
                    <p:cNvSpPr/>
                    <p:nvPr/>
                  </p:nvSpPr>
                  <p:spPr>
                    <a:xfrm>
                      <a:off x="7573907" y="2961317"/>
                      <a:ext cx="1242300" cy="2190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0" name="Google Shape;4560;p173"/>
                    <p:cNvSpPr/>
                    <p:nvPr/>
                  </p:nvSpPr>
                  <p:spPr>
                    <a:xfrm>
                      <a:off x="7573907" y="3174868"/>
                      <a:ext cx="1242300" cy="889200"/>
                    </a:xfrm>
                    <a:prstGeom prst="rect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63300" tIns="31625" rIns="63300" bIns="316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33" b="0" i="0" u="none" strike="noStrike" cap="none">
                        <a:solidFill>
                          <a:srgbClr val="F6F6F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61" name="Google Shape;4561;p173"/>
                    <p:cNvSpPr/>
                    <p:nvPr/>
                  </p:nvSpPr>
                  <p:spPr>
                    <a:xfrm>
                      <a:off x="7654372" y="3021599"/>
                      <a:ext cx="93000" cy="93000"/>
                    </a:xfrm>
                    <a:prstGeom prst="ellipse">
                      <a:avLst/>
                    </a:prstGeom>
                    <a:solidFill>
                      <a:srgbClr val="B5B3B3"/>
                    </a:solidFill>
                    <a:ln>
                      <a:noFill/>
                    </a:ln>
                  </p:spPr>
                  <p:txBody>
                    <a:bodyPr spcFirstLastPara="1" wrap="square" lIns="91400" tIns="45675" rIns="91400" bIns="45675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67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562" name="Google Shape;4562;p173"/>
                <p:cNvGrpSpPr/>
                <p:nvPr/>
              </p:nvGrpSpPr>
              <p:grpSpPr>
                <a:xfrm>
                  <a:off x="4360805" y="1365208"/>
                  <a:ext cx="389400" cy="636600"/>
                  <a:chOff x="3961763" y="1384047"/>
                  <a:chExt cx="389400" cy="636600"/>
                </a:xfrm>
              </p:grpSpPr>
              <p:sp>
                <p:nvSpPr>
                  <p:cNvPr id="4563" name="Google Shape;4563;p173"/>
                  <p:cNvSpPr/>
                  <p:nvPr/>
                </p:nvSpPr>
                <p:spPr>
                  <a:xfrm>
                    <a:off x="3961763" y="1384047"/>
                    <a:ext cx="389400" cy="636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4" name="Google Shape;4564;p173"/>
                  <p:cNvSpPr/>
                  <p:nvPr/>
                </p:nvSpPr>
                <p:spPr>
                  <a:xfrm>
                    <a:off x="4035050" y="1454512"/>
                    <a:ext cx="244500" cy="828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5" name="Google Shape;4565;p173"/>
                  <p:cNvSpPr/>
                  <p:nvPr/>
                </p:nvSpPr>
                <p:spPr>
                  <a:xfrm>
                    <a:off x="4035050" y="1537328"/>
                    <a:ext cx="244500" cy="414600"/>
                  </a:xfrm>
                  <a:prstGeom prst="rect">
                    <a:avLst/>
                  </a:prstGeom>
                  <a:solidFill>
                    <a:srgbClr val="B5B3B3"/>
                  </a:solidFill>
                  <a:ln>
                    <a:noFill/>
                  </a:ln>
                </p:spPr>
                <p:txBody>
                  <a:bodyPr spcFirstLastPara="1" wrap="square" lIns="63300" tIns="31625" rIns="63300" bIns="316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33" b="0" i="0" u="none" strike="noStrike" cap="none">
                      <a:solidFill>
                        <a:srgbClr val="F6F6F6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566" name="Google Shape;4566;p173"/>
            <p:cNvGrpSpPr/>
            <p:nvPr/>
          </p:nvGrpSpPr>
          <p:grpSpPr>
            <a:xfrm>
              <a:off x="1148646" y="5072215"/>
              <a:ext cx="342363" cy="342363"/>
              <a:chOff x="1785458" y="3905171"/>
              <a:chExt cx="373800" cy="373800"/>
            </a:xfrm>
          </p:grpSpPr>
          <p:sp>
            <p:nvSpPr>
              <p:cNvPr id="4567" name="Google Shape;4567;p173"/>
              <p:cNvSpPr/>
              <p:nvPr/>
            </p:nvSpPr>
            <p:spPr>
              <a:xfrm>
                <a:off x="1785458" y="3905171"/>
                <a:ext cx="373800" cy="373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grpSp>
            <p:nvGrpSpPr>
              <p:cNvPr id="4568" name="Google Shape;4568;p173"/>
              <p:cNvGrpSpPr/>
              <p:nvPr/>
            </p:nvGrpSpPr>
            <p:grpSpPr>
              <a:xfrm>
                <a:off x="1860013" y="3998463"/>
                <a:ext cx="224892" cy="187389"/>
                <a:chOff x="3743637" y="2743060"/>
                <a:chExt cx="965615" cy="804591"/>
              </a:xfrm>
            </p:grpSpPr>
            <p:sp>
              <p:nvSpPr>
                <p:cNvPr id="4569" name="Google Shape;4569;p173"/>
                <p:cNvSpPr/>
                <p:nvPr/>
              </p:nvSpPr>
              <p:spPr>
                <a:xfrm>
                  <a:off x="4133591" y="3046787"/>
                  <a:ext cx="195900" cy="195900"/>
                </a:xfrm>
                <a:prstGeom prst="ellipse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0" name="Google Shape;4570;p173"/>
                <p:cNvSpPr/>
                <p:nvPr/>
              </p:nvSpPr>
              <p:spPr>
                <a:xfrm>
                  <a:off x="3986419" y="2743060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1" name="Google Shape;4571;p173"/>
                <p:cNvSpPr/>
                <p:nvPr/>
              </p:nvSpPr>
              <p:spPr>
                <a:xfrm>
                  <a:off x="3986419" y="3295651"/>
                  <a:ext cx="490200" cy="252000"/>
                </a:xfrm>
                <a:prstGeom prst="rect">
                  <a:avLst/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2" name="Google Shape;4572;p173"/>
                <p:cNvSpPr/>
                <p:nvPr/>
              </p:nvSpPr>
              <p:spPr>
                <a:xfrm>
                  <a:off x="3743637" y="278130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3" name="Google Shape;4573;p173"/>
                <p:cNvSpPr/>
                <p:nvPr/>
              </p:nvSpPr>
              <p:spPr>
                <a:xfrm>
                  <a:off x="3772726" y="2836212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4" name="Google Shape;4574;p173"/>
                <p:cNvSpPr/>
                <p:nvPr/>
              </p:nvSpPr>
              <p:spPr>
                <a:xfrm>
                  <a:off x="3772726" y="3111356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5" name="Google Shape;4575;p173"/>
                <p:cNvSpPr/>
                <p:nvPr/>
              </p:nvSpPr>
              <p:spPr>
                <a:xfrm rot="5400000">
                  <a:off x="3635154" y="2973912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6" name="Google Shape;4576;p173"/>
                <p:cNvSpPr/>
                <p:nvPr/>
              </p:nvSpPr>
              <p:spPr>
                <a:xfrm>
                  <a:off x="4346852" y="3333340"/>
                  <a:ext cx="362400" cy="176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7" name="Google Shape;4577;p173"/>
                <p:cNvSpPr/>
                <p:nvPr/>
              </p:nvSpPr>
              <p:spPr>
                <a:xfrm rot="10800000">
                  <a:off x="4409225" y="3386628"/>
                  <a:ext cx="2811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8" name="Google Shape;4578;p173"/>
                <p:cNvSpPr/>
                <p:nvPr/>
              </p:nvSpPr>
              <p:spPr>
                <a:xfrm rot="10800000">
                  <a:off x="4294325" y="3111484"/>
                  <a:ext cx="396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9" name="Google Shape;4579;p173"/>
                <p:cNvSpPr/>
                <p:nvPr/>
              </p:nvSpPr>
              <p:spPr>
                <a:xfrm rot="-5400000">
                  <a:off x="4485897" y="3248928"/>
                  <a:ext cx="342000" cy="66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5B3B3"/>
                </a:solidFill>
                <a:ln>
                  <a:noFill/>
                </a:ln>
              </p:spPr>
              <p:txBody>
                <a:bodyPr spcFirstLastPara="1" wrap="square" lIns="63300" tIns="31625" rIns="63300" bIns="316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33" b="0" i="0" u="none" strike="noStrike" cap="none">
                    <a:solidFill>
                      <a:srgbClr val="F6F6F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80" name="Google Shape;4580;p173"/>
            <p:cNvGrpSpPr/>
            <p:nvPr/>
          </p:nvGrpSpPr>
          <p:grpSpPr>
            <a:xfrm>
              <a:off x="8877546" y="4905764"/>
              <a:ext cx="585463" cy="621008"/>
              <a:chOff x="5562600" y="2704822"/>
              <a:chExt cx="1066418" cy="1330922"/>
            </a:xfrm>
          </p:grpSpPr>
          <p:sp>
            <p:nvSpPr>
              <p:cNvPr id="4581" name="Google Shape;4581;p173"/>
              <p:cNvSpPr/>
              <p:nvPr/>
            </p:nvSpPr>
            <p:spPr>
              <a:xfrm>
                <a:off x="5577459" y="2704822"/>
                <a:ext cx="1036800" cy="353700"/>
              </a:xfrm>
              <a:prstGeom prst="ellipse">
                <a:avLst/>
              </a:pr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173"/>
              <p:cNvSpPr/>
              <p:nvPr/>
            </p:nvSpPr>
            <p:spPr>
              <a:xfrm>
                <a:off x="5562600" y="3025564"/>
                <a:ext cx="1066418" cy="519196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196" extrusionOk="0">
                    <a:moveTo>
                      <a:pt x="0" y="342413"/>
                    </a:moveTo>
                    <a:cubicBezTo>
                      <a:pt x="0" y="440044"/>
                      <a:pt x="238697" y="519197"/>
                      <a:pt x="533210" y="519197"/>
                    </a:cubicBezTo>
                    <a:cubicBezTo>
                      <a:pt x="827723" y="519197"/>
                      <a:pt x="1066419" y="440044"/>
                      <a:pt x="1066419" y="342413"/>
                    </a:cubicBezTo>
                    <a:lnTo>
                      <a:pt x="1066419" y="18848"/>
                    </a:lnTo>
                    <a:cubicBezTo>
                      <a:pt x="1066419" y="3418"/>
                      <a:pt x="1055180" y="-5536"/>
                      <a:pt x="1047464" y="3799"/>
                    </a:cubicBezTo>
                    <a:cubicBezTo>
                      <a:pt x="985457" y="78665"/>
                      <a:pt x="778764" y="133625"/>
                      <a:pt x="533305" y="133625"/>
                    </a:cubicBezTo>
                    <a:cubicBezTo>
                      <a:pt x="287846" y="133625"/>
                      <a:pt x="81058" y="78665"/>
                      <a:pt x="18955" y="3894"/>
                    </a:cubicBezTo>
                    <a:cubicBezTo>
                      <a:pt x="11144" y="-5536"/>
                      <a:pt x="0" y="3418"/>
                      <a:pt x="0" y="18944"/>
                    </a:cubicBezTo>
                    <a:lnTo>
                      <a:pt x="0" y="342508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3" name="Google Shape;4583;p173"/>
              <p:cNvSpPr/>
              <p:nvPr/>
            </p:nvSpPr>
            <p:spPr>
              <a:xfrm>
                <a:off x="5562600" y="3516490"/>
                <a:ext cx="1066418" cy="519254"/>
              </a:xfrm>
              <a:custGeom>
                <a:avLst/>
                <a:gdLst/>
                <a:ahLst/>
                <a:cxnLst/>
                <a:rect l="l" t="t" r="r" b="b"/>
                <a:pathLst>
                  <a:path w="1066418" h="519254" extrusionOk="0">
                    <a:moveTo>
                      <a:pt x="0" y="342470"/>
                    </a:moveTo>
                    <a:cubicBezTo>
                      <a:pt x="0" y="440102"/>
                      <a:pt x="238697" y="519254"/>
                      <a:pt x="533210" y="519254"/>
                    </a:cubicBezTo>
                    <a:cubicBezTo>
                      <a:pt x="827723" y="519254"/>
                      <a:pt x="1066419" y="440102"/>
                      <a:pt x="1066419" y="342470"/>
                    </a:cubicBezTo>
                    <a:lnTo>
                      <a:pt x="1066419" y="18906"/>
                    </a:lnTo>
                    <a:cubicBezTo>
                      <a:pt x="1066419" y="3476"/>
                      <a:pt x="1055180" y="-5478"/>
                      <a:pt x="1047464" y="3857"/>
                    </a:cubicBezTo>
                    <a:cubicBezTo>
                      <a:pt x="985457" y="78723"/>
                      <a:pt x="778764" y="133682"/>
                      <a:pt x="533305" y="133682"/>
                    </a:cubicBezTo>
                    <a:cubicBezTo>
                      <a:pt x="287846" y="133682"/>
                      <a:pt x="81153" y="78723"/>
                      <a:pt x="19145" y="3857"/>
                    </a:cubicBezTo>
                    <a:cubicBezTo>
                      <a:pt x="11335" y="-5573"/>
                      <a:pt x="191" y="3380"/>
                      <a:pt x="191" y="18906"/>
                    </a:cubicBezTo>
                    <a:lnTo>
                      <a:pt x="191" y="342470"/>
                    </a:ln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63300" tIns="31625" rIns="63300" bIns="31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33" b="0" i="0" u="none" strike="noStrike" cap="none">
                  <a:solidFill>
                    <a:srgbClr val="F6F6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84" name="Google Shape;4584;p173"/>
          <p:cNvGrpSpPr/>
          <p:nvPr/>
        </p:nvGrpSpPr>
        <p:grpSpPr>
          <a:xfrm>
            <a:off x="-136199" y="-287584"/>
            <a:ext cx="12418278" cy="2393312"/>
            <a:chOff x="-136200" y="-288563"/>
            <a:chExt cx="12418278" cy="2394030"/>
          </a:xfrm>
        </p:grpSpPr>
        <p:grpSp>
          <p:nvGrpSpPr>
            <p:cNvPr id="4585" name="Google Shape;4585;p173"/>
            <p:cNvGrpSpPr/>
            <p:nvPr/>
          </p:nvGrpSpPr>
          <p:grpSpPr>
            <a:xfrm>
              <a:off x="8197904" y="866941"/>
              <a:ext cx="819030" cy="819030"/>
              <a:chOff x="2615129" y="2596887"/>
              <a:chExt cx="3630453" cy="3630453"/>
            </a:xfrm>
          </p:grpSpPr>
          <p:sp>
            <p:nvSpPr>
              <p:cNvPr id="4586" name="Google Shape;458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87" name="Google Shape;458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8" name="Google Shape;458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9" name="Google Shape;458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0" name="Google Shape;4590;p173"/>
            <p:cNvGrpSpPr/>
            <p:nvPr/>
          </p:nvGrpSpPr>
          <p:grpSpPr>
            <a:xfrm>
              <a:off x="6464409" y="365398"/>
              <a:ext cx="819030" cy="819030"/>
              <a:chOff x="2615129" y="2596887"/>
              <a:chExt cx="3630453" cy="3630453"/>
            </a:xfrm>
          </p:grpSpPr>
          <p:sp>
            <p:nvSpPr>
              <p:cNvPr id="4591" name="Google Shape;4591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2" name="Google Shape;4592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3" name="Google Shape;4593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4" name="Google Shape;4594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5" name="Google Shape;4595;p173"/>
            <p:cNvGrpSpPr/>
            <p:nvPr/>
          </p:nvGrpSpPr>
          <p:grpSpPr>
            <a:xfrm>
              <a:off x="2260040" y="902238"/>
              <a:ext cx="819030" cy="819030"/>
              <a:chOff x="2615129" y="2596887"/>
              <a:chExt cx="3630453" cy="3630453"/>
            </a:xfrm>
          </p:grpSpPr>
          <p:sp>
            <p:nvSpPr>
              <p:cNvPr id="4596" name="Google Shape;4596;p173"/>
              <p:cNvSpPr/>
              <p:nvPr/>
            </p:nvSpPr>
            <p:spPr>
              <a:xfrm>
                <a:off x="2615129" y="2596887"/>
                <a:ext cx="3630453" cy="3630453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597" name="Google Shape;4597;p173"/>
              <p:cNvSpPr/>
              <p:nvPr/>
            </p:nvSpPr>
            <p:spPr>
              <a:xfrm>
                <a:off x="4312293" y="3160100"/>
                <a:ext cx="908970" cy="923543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8" name="Google Shape;4598;p173"/>
              <p:cNvSpPr/>
              <p:nvPr/>
            </p:nvSpPr>
            <p:spPr>
              <a:xfrm>
                <a:off x="4384207" y="4721438"/>
                <a:ext cx="927830" cy="942784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9" name="Google Shape;4599;p173"/>
              <p:cNvSpPr/>
              <p:nvPr/>
            </p:nvSpPr>
            <p:spPr>
              <a:xfrm>
                <a:off x="3216918" y="3697976"/>
                <a:ext cx="1509712" cy="1533906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8" name="Google Shape;4608;p173"/>
            <p:cNvGrpSpPr/>
            <p:nvPr/>
          </p:nvGrpSpPr>
          <p:grpSpPr>
            <a:xfrm>
              <a:off x="7064256" y="1348288"/>
              <a:ext cx="777028" cy="757179"/>
              <a:chOff x="2073624" y="-497637"/>
              <a:chExt cx="777028" cy="757179"/>
            </a:xfrm>
          </p:grpSpPr>
          <p:grpSp>
            <p:nvGrpSpPr>
              <p:cNvPr id="4609" name="Google Shape;4609;p173"/>
              <p:cNvGrpSpPr/>
              <p:nvPr/>
            </p:nvGrpSpPr>
            <p:grpSpPr>
              <a:xfrm>
                <a:off x="2073624" y="-497637"/>
                <a:ext cx="540429" cy="540429"/>
                <a:chOff x="1412135" y="3086621"/>
                <a:chExt cx="816852" cy="816852"/>
              </a:xfrm>
            </p:grpSpPr>
            <p:sp>
              <p:nvSpPr>
                <p:cNvPr id="4610" name="Google Shape;461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11" name="Google Shape;461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2" name="Google Shape;461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3" name="Google Shape;461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14" name="Google Shape;4614;p173"/>
              <p:cNvSpPr/>
              <p:nvPr/>
            </p:nvSpPr>
            <p:spPr>
              <a:xfrm>
                <a:off x="2441452" y="-14965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15" name="Google Shape;4615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2488428" y="-102692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16" name="Google Shape;4616;p173"/>
            <p:cNvSpPr/>
            <p:nvPr/>
          </p:nvSpPr>
          <p:spPr>
            <a:xfrm>
              <a:off x="8322788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173"/>
            <p:cNvSpPr/>
            <p:nvPr/>
          </p:nvSpPr>
          <p:spPr>
            <a:xfrm>
              <a:off x="2959058" y="44865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8" name="Google Shape;4618;p173"/>
            <p:cNvGrpSpPr/>
            <p:nvPr/>
          </p:nvGrpSpPr>
          <p:grpSpPr>
            <a:xfrm>
              <a:off x="3753924" y="242624"/>
              <a:ext cx="777028" cy="757179"/>
              <a:chOff x="-37533" y="336424"/>
              <a:chExt cx="777028" cy="757179"/>
            </a:xfrm>
          </p:grpSpPr>
          <p:grpSp>
            <p:nvGrpSpPr>
              <p:cNvPr id="4619" name="Google Shape;4619;p173"/>
              <p:cNvGrpSpPr/>
              <p:nvPr/>
            </p:nvGrpSpPr>
            <p:grpSpPr>
              <a:xfrm>
                <a:off x="-37533" y="336424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0" name="Google Shape;4620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1" name="Google Shape;4621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2" name="Google Shape;4622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3" name="Google Shape;4623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24" name="Google Shape;4624;p173"/>
              <p:cNvSpPr/>
              <p:nvPr/>
            </p:nvSpPr>
            <p:spPr>
              <a:xfrm>
                <a:off x="330295" y="6844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25" name="Google Shape;4625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06400" y="7605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26" name="Google Shape;4626;p173"/>
            <p:cNvGrpSpPr/>
            <p:nvPr/>
          </p:nvGrpSpPr>
          <p:grpSpPr>
            <a:xfrm>
              <a:off x="4652689" y="1034760"/>
              <a:ext cx="777028" cy="757179"/>
              <a:chOff x="4652689" y="1034760"/>
              <a:chExt cx="777028" cy="757179"/>
            </a:xfrm>
          </p:grpSpPr>
          <p:grpSp>
            <p:nvGrpSpPr>
              <p:cNvPr id="4627" name="Google Shape;4627;p173"/>
              <p:cNvGrpSpPr/>
              <p:nvPr/>
            </p:nvGrpSpPr>
            <p:grpSpPr>
              <a:xfrm>
                <a:off x="4652689" y="1034760"/>
                <a:ext cx="540429" cy="540429"/>
                <a:chOff x="1412135" y="3086621"/>
                <a:chExt cx="816852" cy="816852"/>
              </a:xfrm>
            </p:grpSpPr>
            <p:sp>
              <p:nvSpPr>
                <p:cNvPr id="4628" name="Google Shape;4628;p173"/>
                <p:cNvSpPr/>
                <p:nvPr/>
              </p:nvSpPr>
              <p:spPr>
                <a:xfrm>
                  <a:off x="1412135" y="3086621"/>
                  <a:ext cx="816852" cy="816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453" h="3630453" extrusionOk="0">
                      <a:moveTo>
                        <a:pt x="0" y="990124"/>
                      </a:moveTo>
                      <a:cubicBezTo>
                        <a:pt x="0" y="443294"/>
                        <a:pt x="443294" y="0"/>
                        <a:pt x="990124" y="0"/>
                      </a:cubicBezTo>
                      <a:lnTo>
                        <a:pt x="2640330" y="0"/>
                      </a:lnTo>
                      <a:cubicBezTo>
                        <a:pt x="3187160" y="0"/>
                        <a:pt x="3630454" y="443294"/>
                        <a:pt x="3630454" y="990124"/>
                      </a:cubicBezTo>
                      <a:lnTo>
                        <a:pt x="3630454" y="2640330"/>
                      </a:lnTo>
                      <a:cubicBezTo>
                        <a:pt x="3630454" y="3187160"/>
                        <a:pt x="3187160" y="3630454"/>
                        <a:pt x="2640330" y="3630454"/>
                      </a:cubicBezTo>
                      <a:lnTo>
                        <a:pt x="990124" y="3630454"/>
                      </a:lnTo>
                      <a:cubicBezTo>
                        <a:pt x="443294" y="3630454"/>
                        <a:pt x="0" y="3187160"/>
                        <a:pt x="0" y="2640330"/>
                      </a:cubicBezTo>
                      <a:lnTo>
                        <a:pt x="0" y="9901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  <p:sp>
              <p:nvSpPr>
                <p:cNvPr id="4629" name="Google Shape;4629;p173"/>
                <p:cNvSpPr/>
                <p:nvPr/>
              </p:nvSpPr>
              <p:spPr>
                <a:xfrm>
                  <a:off x="1795048" y="3213693"/>
                  <a:ext cx="204518" cy="207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970" h="923543" extrusionOk="0">
                      <a:moveTo>
                        <a:pt x="455390" y="923544"/>
                      </a:moveTo>
                      <a:cubicBezTo>
                        <a:pt x="455390" y="669131"/>
                        <a:pt x="658273" y="462724"/>
                        <a:pt x="908971" y="461772"/>
                      </a:cubicBezTo>
                      <a:cubicBezTo>
                        <a:pt x="658273" y="460820"/>
                        <a:pt x="455390" y="254413"/>
                        <a:pt x="455390" y="0"/>
                      </a:cubicBezTo>
                      <a:lnTo>
                        <a:pt x="455390" y="0"/>
                      </a:lnTo>
                      <a:cubicBezTo>
                        <a:pt x="455390" y="254984"/>
                        <a:pt x="251555" y="461772"/>
                        <a:pt x="0" y="461772"/>
                      </a:cubicBezTo>
                      <a:cubicBezTo>
                        <a:pt x="251460" y="461772"/>
                        <a:pt x="455390" y="668560"/>
                        <a:pt x="455390" y="923544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0" name="Google Shape;4630;p173"/>
                <p:cNvSpPr/>
                <p:nvPr/>
              </p:nvSpPr>
              <p:spPr>
                <a:xfrm>
                  <a:off x="1811273" y="3565961"/>
                  <a:ext cx="208762" cy="21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30" h="942784" extrusionOk="0">
                      <a:moveTo>
                        <a:pt x="463010" y="0"/>
                      </a:moveTo>
                      <a:cubicBezTo>
                        <a:pt x="463010" y="259747"/>
                        <a:pt x="255842" y="470344"/>
                        <a:pt x="0" y="471392"/>
                      </a:cubicBezTo>
                      <a:cubicBezTo>
                        <a:pt x="255842" y="472345"/>
                        <a:pt x="463010" y="683038"/>
                        <a:pt x="463010" y="942784"/>
                      </a:cubicBezTo>
                      <a:lnTo>
                        <a:pt x="463010" y="942784"/>
                      </a:lnTo>
                      <a:cubicBezTo>
                        <a:pt x="463010" y="682466"/>
                        <a:pt x="671132" y="471392"/>
                        <a:pt x="927830" y="471392"/>
                      </a:cubicBezTo>
                      <a:cubicBezTo>
                        <a:pt x="671132" y="471392"/>
                        <a:pt x="463010" y="260318"/>
                        <a:pt x="463010" y="0"/>
                      </a:cubicBezTo>
                      <a:close/>
                    </a:path>
                  </a:pathLst>
                </a:custGeom>
                <a:solidFill>
                  <a:srgbClr val="FFA940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1" name="Google Shape;4631;p173"/>
                <p:cNvSpPr/>
                <p:nvPr/>
              </p:nvSpPr>
              <p:spPr>
                <a:xfrm>
                  <a:off x="1547910" y="3335048"/>
                  <a:ext cx="339685" cy="34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12" h="1533906" extrusionOk="0">
                      <a:moveTo>
                        <a:pt x="753428" y="0"/>
                      </a:moveTo>
                      <a:cubicBezTo>
                        <a:pt x="753428" y="422624"/>
                        <a:pt x="416433" y="765334"/>
                        <a:pt x="0" y="766953"/>
                      </a:cubicBezTo>
                      <a:cubicBezTo>
                        <a:pt x="416338" y="768572"/>
                        <a:pt x="753428" y="1111282"/>
                        <a:pt x="753428" y="1533906"/>
                      </a:cubicBezTo>
                      <a:lnTo>
                        <a:pt x="753428" y="1533906"/>
                      </a:lnTo>
                      <a:cubicBezTo>
                        <a:pt x="753428" y="1110329"/>
                        <a:pt x="1092041" y="766953"/>
                        <a:pt x="1509712" y="766953"/>
                      </a:cubicBezTo>
                      <a:cubicBezTo>
                        <a:pt x="1092041" y="766953"/>
                        <a:pt x="753428" y="423577"/>
                        <a:pt x="753428" y="0"/>
                      </a:cubicBezTo>
                      <a:close/>
                    </a:path>
                  </a:pathLst>
                </a:custGeom>
                <a:solidFill>
                  <a:srgbClr val="FFD9A8"/>
                </a:solidFill>
                <a:ln>
                  <a:noFill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32" name="Google Shape;4632;p173"/>
              <p:cNvSpPr/>
              <p:nvPr/>
            </p:nvSpPr>
            <p:spPr>
              <a:xfrm>
                <a:off x="5020517" y="1382739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3" name="Google Shape;4633;p173"/>
              <p:cNvPicPr preferRelativeResize="0"/>
              <p:nvPr/>
            </p:nvPicPr>
            <p:blipFill rotWithShape="1">
              <a:blip r:embed="rId5">
                <a:alphaModFix amt="70000"/>
              </a:blip>
              <a:srcRect/>
              <a:stretch/>
            </p:blipFill>
            <p:spPr>
              <a:xfrm>
                <a:off x="5107675" y="1469898"/>
                <a:ext cx="234909" cy="2349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4" name="Google Shape;4634;p173"/>
            <p:cNvGrpSpPr/>
            <p:nvPr/>
          </p:nvGrpSpPr>
          <p:grpSpPr>
            <a:xfrm>
              <a:off x="5638264" y="431471"/>
              <a:ext cx="550200" cy="550200"/>
              <a:chOff x="5412942" y="182107"/>
              <a:chExt cx="550200" cy="550200"/>
            </a:xfrm>
          </p:grpSpPr>
          <p:sp>
            <p:nvSpPr>
              <p:cNvPr id="4635" name="Google Shape;4635;p173"/>
              <p:cNvSpPr/>
              <p:nvPr/>
            </p:nvSpPr>
            <p:spPr>
              <a:xfrm>
                <a:off x="5412942" y="182107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6" name="Google Shape;4636;p173"/>
              <p:cNvPicPr preferRelativeResize="0"/>
              <p:nvPr/>
            </p:nvPicPr>
            <p:blipFill rotWithShape="1">
              <a:blip r:embed="rId6">
                <a:alphaModFix amt="70000"/>
              </a:blip>
              <a:srcRect/>
              <a:stretch/>
            </p:blipFill>
            <p:spPr>
              <a:xfrm>
                <a:off x="5526174" y="299088"/>
                <a:ext cx="349250" cy="3492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37" name="Google Shape;4637;p173"/>
            <p:cNvGrpSpPr/>
            <p:nvPr/>
          </p:nvGrpSpPr>
          <p:grpSpPr>
            <a:xfrm>
              <a:off x="7631990" y="198628"/>
              <a:ext cx="550200" cy="550200"/>
              <a:chOff x="7631990" y="198628"/>
              <a:chExt cx="550200" cy="550200"/>
            </a:xfrm>
          </p:grpSpPr>
          <p:sp>
            <p:nvSpPr>
              <p:cNvPr id="4638" name="Google Shape;4638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639" name="Google Shape;4639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50" name="Google Shape;4650;p173"/>
            <p:cNvSpPr/>
            <p:nvPr/>
          </p:nvSpPr>
          <p:spPr>
            <a:xfrm>
              <a:off x="3706344" y="1101510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173"/>
            <p:cNvSpPr/>
            <p:nvPr/>
          </p:nvSpPr>
          <p:spPr>
            <a:xfrm>
              <a:off x="9769422" y="1275504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173"/>
            <p:cNvSpPr/>
            <p:nvPr/>
          </p:nvSpPr>
          <p:spPr>
            <a:xfrm>
              <a:off x="1004308" y="1497881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3" name="Google Shape;4653;p173"/>
            <p:cNvSpPr/>
            <p:nvPr/>
          </p:nvSpPr>
          <p:spPr>
            <a:xfrm>
              <a:off x="4587702" y="3999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4" name="Google Shape;4654;p173"/>
            <p:cNvSpPr/>
            <p:nvPr/>
          </p:nvSpPr>
          <p:spPr>
            <a:xfrm>
              <a:off x="4715113" y="175242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173"/>
            <p:cNvSpPr/>
            <p:nvPr/>
          </p:nvSpPr>
          <p:spPr>
            <a:xfrm>
              <a:off x="7618010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7" name="Google Shape;4657;p173"/>
            <p:cNvSpPr/>
            <p:nvPr/>
          </p:nvSpPr>
          <p:spPr>
            <a:xfrm>
              <a:off x="5554148" y="149788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173"/>
            <p:cNvSpPr/>
            <p:nvPr/>
          </p:nvSpPr>
          <p:spPr>
            <a:xfrm>
              <a:off x="5336625" y="99979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173"/>
            <p:cNvSpPr/>
            <p:nvPr/>
          </p:nvSpPr>
          <p:spPr>
            <a:xfrm>
              <a:off x="290308" y="101286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0" name="Google Shape;4660;p173"/>
            <p:cNvSpPr/>
            <p:nvPr/>
          </p:nvSpPr>
          <p:spPr>
            <a:xfrm>
              <a:off x="62671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73"/>
            <p:cNvSpPr/>
            <p:nvPr/>
          </p:nvSpPr>
          <p:spPr>
            <a:xfrm>
              <a:off x="1903063" y="1149446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73"/>
            <p:cNvSpPr/>
            <p:nvPr/>
          </p:nvSpPr>
          <p:spPr>
            <a:xfrm>
              <a:off x="2848159" y="169394"/>
              <a:ext cx="222683" cy="226251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63" name="Google Shape;4663;p173"/>
            <p:cNvGrpSpPr/>
            <p:nvPr/>
          </p:nvGrpSpPr>
          <p:grpSpPr>
            <a:xfrm>
              <a:off x="8851093" y="116159"/>
              <a:ext cx="540429" cy="540429"/>
              <a:chOff x="1412135" y="3086621"/>
              <a:chExt cx="816852" cy="816852"/>
            </a:xfrm>
          </p:grpSpPr>
          <p:sp>
            <p:nvSpPr>
              <p:cNvPr id="4664" name="Google Shape;466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65" name="Google Shape;466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6" name="Google Shape;466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7" name="Google Shape;466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69" name="Google Shape;4669;p173"/>
            <p:cNvSpPr/>
            <p:nvPr/>
          </p:nvSpPr>
          <p:spPr>
            <a:xfrm>
              <a:off x="10481560" y="1462718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73"/>
            <p:cNvSpPr/>
            <p:nvPr/>
          </p:nvSpPr>
          <p:spPr>
            <a:xfrm>
              <a:off x="7209961" y="55359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73"/>
            <p:cNvSpPr/>
            <p:nvPr/>
          </p:nvSpPr>
          <p:spPr>
            <a:xfrm>
              <a:off x="6096000" y="9542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73"/>
            <p:cNvSpPr/>
            <p:nvPr/>
          </p:nvSpPr>
          <p:spPr>
            <a:xfrm>
              <a:off x="3550883" y="-107971"/>
              <a:ext cx="339685" cy="345129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A940">
                <a:alpha val="400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73"/>
            <p:cNvSpPr/>
            <p:nvPr/>
          </p:nvSpPr>
          <p:spPr>
            <a:xfrm>
              <a:off x="4325920" y="23127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83" name="Google Shape;4683;p173"/>
            <p:cNvGrpSpPr/>
            <p:nvPr/>
          </p:nvGrpSpPr>
          <p:grpSpPr>
            <a:xfrm>
              <a:off x="4837777" y="-270894"/>
              <a:ext cx="540429" cy="540429"/>
              <a:chOff x="1412135" y="3086621"/>
              <a:chExt cx="816852" cy="816852"/>
            </a:xfrm>
          </p:grpSpPr>
          <p:sp>
            <p:nvSpPr>
              <p:cNvPr id="4684" name="Google Shape;4684;p173"/>
              <p:cNvSpPr/>
              <p:nvPr/>
            </p:nvSpPr>
            <p:spPr>
              <a:xfrm>
                <a:off x="1412135" y="3086621"/>
                <a:ext cx="816852" cy="816852"/>
              </a:xfrm>
              <a:custGeom>
                <a:avLst/>
                <a:gdLst/>
                <a:ahLst/>
                <a:cxnLst/>
                <a:rect l="l" t="t" r="r" b="b"/>
                <a:pathLst>
                  <a:path w="3630453" h="3630453" extrusionOk="0">
                    <a:moveTo>
                      <a:pt x="0" y="990124"/>
                    </a:moveTo>
                    <a:cubicBezTo>
                      <a:pt x="0" y="443294"/>
                      <a:pt x="443294" y="0"/>
                      <a:pt x="990124" y="0"/>
                    </a:cubicBezTo>
                    <a:lnTo>
                      <a:pt x="2640330" y="0"/>
                    </a:lnTo>
                    <a:cubicBezTo>
                      <a:pt x="3187160" y="0"/>
                      <a:pt x="3630454" y="443294"/>
                      <a:pt x="3630454" y="990124"/>
                    </a:cubicBezTo>
                    <a:lnTo>
                      <a:pt x="3630454" y="2640330"/>
                    </a:lnTo>
                    <a:cubicBezTo>
                      <a:pt x="3630454" y="3187160"/>
                      <a:pt x="3187160" y="3630454"/>
                      <a:pt x="2640330" y="3630454"/>
                    </a:cubicBezTo>
                    <a:lnTo>
                      <a:pt x="990124" y="3630454"/>
                    </a:lnTo>
                    <a:cubicBezTo>
                      <a:pt x="443294" y="3630454"/>
                      <a:pt x="0" y="3187160"/>
                      <a:pt x="0" y="2640330"/>
                    </a:cubicBezTo>
                    <a:lnTo>
                      <a:pt x="0" y="990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sp>
            <p:nvSpPr>
              <p:cNvPr id="4685" name="Google Shape;4685;p173"/>
              <p:cNvSpPr/>
              <p:nvPr/>
            </p:nvSpPr>
            <p:spPr>
              <a:xfrm>
                <a:off x="1795048" y="3213693"/>
                <a:ext cx="204518" cy="207797"/>
              </a:xfrm>
              <a:custGeom>
                <a:avLst/>
                <a:gdLst/>
                <a:ahLst/>
                <a:cxnLst/>
                <a:rect l="l" t="t" r="r" b="b"/>
                <a:pathLst>
                  <a:path w="908970" h="923543" extrusionOk="0">
                    <a:moveTo>
                      <a:pt x="455390" y="923544"/>
                    </a:moveTo>
                    <a:cubicBezTo>
                      <a:pt x="455390" y="669131"/>
                      <a:pt x="658273" y="462724"/>
                      <a:pt x="908971" y="461772"/>
                    </a:cubicBezTo>
                    <a:cubicBezTo>
                      <a:pt x="658273" y="460820"/>
                      <a:pt x="455390" y="254413"/>
                      <a:pt x="455390" y="0"/>
                    </a:cubicBezTo>
                    <a:lnTo>
                      <a:pt x="455390" y="0"/>
                    </a:lnTo>
                    <a:cubicBezTo>
                      <a:pt x="455390" y="254984"/>
                      <a:pt x="251555" y="461772"/>
                      <a:pt x="0" y="461772"/>
                    </a:cubicBezTo>
                    <a:cubicBezTo>
                      <a:pt x="251460" y="461772"/>
                      <a:pt x="455390" y="668560"/>
                      <a:pt x="455390" y="923544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6" name="Google Shape;4686;p173"/>
              <p:cNvSpPr/>
              <p:nvPr/>
            </p:nvSpPr>
            <p:spPr>
              <a:xfrm>
                <a:off x="1811273" y="3565961"/>
                <a:ext cx="208762" cy="212126"/>
              </a:xfrm>
              <a:custGeom>
                <a:avLst/>
                <a:gdLst/>
                <a:ahLst/>
                <a:cxnLst/>
                <a:rect l="l" t="t" r="r" b="b"/>
                <a:pathLst>
                  <a:path w="927830" h="942784" extrusionOk="0">
                    <a:moveTo>
                      <a:pt x="463010" y="0"/>
                    </a:moveTo>
                    <a:cubicBezTo>
                      <a:pt x="463010" y="259747"/>
                      <a:pt x="255842" y="470344"/>
                      <a:pt x="0" y="471392"/>
                    </a:cubicBezTo>
                    <a:cubicBezTo>
                      <a:pt x="255842" y="472345"/>
                      <a:pt x="463010" y="683038"/>
                      <a:pt x="463010" y="942784"/>
                    </a:cubicBezTo>
                    <a:lnTo>
                      <a:pt x="463010" y="942784"/>
                    </a:lnTo>
                    <a:cubicBezTo>
                      <a:pt x="463010" y="682466"/>
                      <a:pt x="671132" y="471392"/>
                      <a:pt x="927830" y="471392"/>
                    </a:cubicBezTo>
                    <a:cubicBezTo>
                      <a:pt x="671132" y="471392"/>
                      <a:pt x="463010" y="260318"/>
                      <a:pt x="463010" y="0"/>
                    </a:cubicBezTo>
                    <a:close/>
                  </a:path>
                </a:pathLst>
              </a:custGeom>
              <a:solidFill>
                <a:srgbClr val="FFA940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7" name="Google Shape;4687;p173"/>
              <p:cNvSpPr/>
              <p:nvPr/>
            </p:nvSpPr>
            <p:spPr>
              <a:xfrm>
                <a:off x="1547910" y="3335048"/>
                <a:ext cx="339685" cy="345129"/>
              </a:xfrm>
              <a:custGeom>
                <a:avLst/>
                <a:gdLst/>
                <a:ahLst/>
                <a:cxnLst/>
                <a:rect l="l" t="t" r="r" b="b"/>
                <a:pathLst>
                  <a:path w="1509712" h="1533906" extrusionOk="0">
                    <a:moveTo>
                      <a:pt x="753428" y="0"/>
                    </a:moveTo>
                    <a:cubicBezTo>
                      <a:pt x="753428" y="422624"/>
                      <a:pt x="416433" y="765334"/>
                      <a:pt x="0" y="766953"/>
                    </a:cubicBezTo>
                    <a:cubicBezTo>
                      <a:pt x="416338" y="768572"/>
                      <a:pt x="753428" y="1111282"/>
                      <a:pt x="753428" y="1533906"/>
                    </a:cubicBezTo>
                    <a:lnTo>
                      <a:pt x="753428" y="1533906"/>
                    </a:lnTo>
                    <a:cubicBezTo>
                      <a:pt x="753428" y="1110329"/>
                      <a:pt x="1092041" y="766953"/>
                      <a:pt x="1509712" y="766953"/>
                    </a:cubicBezTo>
                    <a:cubicBezTo>
                      <a:pt x="1092041" y="766953"/>
                      <a:pt x="753428" y="423577"/>
                      <a:pt x="753428" y="0"/>
                    </a:cubicBezTo>
                    <a:close/>
                  </a:path>
                </a:pathLst>
              </a:custGeom>
              <a:solidFill>
                <a:srgbClr val="FFD9A8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8" name="Google Shape;4688;p173"/>
            <p:cNvSpPr/>
            <p:nvPr/>
          </p:nvSpPr>
          <p:spPr>
            <a:xfrm>
              <a:off x="290308" y="1428175"/>
              <a:ext cx="245400" cy="245400"/>
            </a:xfrm>
            <a:prstGeom prst="ellipse">
              <a:avLst/>
            </a:prstGeom>
            <a:solidFill>
              <a:srgbClr val="B5B3B3">
                <a:alpha val="50200"/>
              </a:srgbClr>
            </a:solidFill>
            <a:ln>
              <a:noFill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73"/>
            <p:cNvSpPr/>
            <p:nvPr/>
          </p:nvSpPr>
          <p:spPr>
            <a:xfrm>
              <a:off x="11761216" y="92392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73"/>
            <p:cNvSpPr/>
            <p:nvPr/>
          </p:nvSpPr>
          <p:spPr>
            <a:xfrm>
              <a:off x="9449746" y="948974"/>
              <a:ext cx="245328" cy="249260"/>
            </a:xfrm>
            <a:custGeom>
              <a:avLst/>
              <a:gdLst/>
              <a:ahLst/>
              <a:cxnLst/>
              <a:rect l="l" t="t" r="r" b="b"/>
              <a:pathLst>
                <a:path w="1509712" h="1533906" extrusionOk="0">
                  <a:moveTo>
                    <a:pt x="753428" y="0"/>
                  </a:moveTo>
                  <a:cubicBezTo>
                    <a:pt x="753428" y="422624"/>
                    <a:pt x="416433" y="765334"/>
                    <a:pt x="0" y="766953"/>
                  </a:cubicBezTo>
                  <a:cubicBezTo>
                    <a:pt x="416338" y="768572"/>
                    <a:pt x="753428" y="1111282"/>
                    <a:pt x="753428" y="1533906"/>
                  </a:cubicBezTo>
                  <a:lnTo>
                    <a:pt x="753428" y="1533906"/>
                  </a:lnTo>
                  <a:cubicBezTo>
                    <a:pt x="753428" y="1110329"/>
                    <a:pt x="1092041" y="766953"/>
                    <a:pt x="1509712" y="766953"/>
                  </a:cubicBezTo>
                  <a:cubicBezTo>
                    <a:pt x="1092041" y="766953"/>
                    <a:pt x="753428" y="423577"/>
                    <a:pt x="753428" y="0"/>
                  </a:cubicBezTo>
                  <a:close/>
                </a:path>
              </a:pathLst>
            </a:custGeom>
            <a:solidFill>
              <a:srgbClr val="FFD9A8"/>
            </a:solidFill>
            <a:ln>
              <a:noFill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1" name="Google Shape;4691;p173"/>
            <p:cNvGrpSpPr/>
            <p:nvPr/>
          </p:nvGrpSpPr>
          <p:grpSpPr>
            <a:xfrm>
              <a:off x="9228399" y="448813"/>
              <a:ext cx="559822" cy="343136"/>
              <a:chOff x="8746323" y="1277512"/>
              <a:chExt cx="833812" cy="511075"/>
            </a:xfrm>
          </p:grpSpPr>
          <p:sp>
            <p:nvSpPr>
              <p:cNvPr id="4692" name="Google Shape;4692;p173"/>
              <p:cNvSpPr/>
              <p:nvPr/>
            </p:nvSpPr>
            <p:spPr>
              <a:xfrm>
                <a:off x="8746323" y="1277512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 w="19050" cap="flat" cmpd="sng">
                <a:solidFill>
                  <a:srgbClr val="B5B3B3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3" name="Google Shape;4693;p173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966649" y="1392450"/>
                <a:ext cx="385123" cy="3851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94" name="Google Shape;4694;p173"/>
            <p:cNvGrpSpPr/>
            <p:nvPr/>
          </p:nvGrpSpPr>
          <p:grpSpPr>
            <a:xfrm>
              <a:off x="5163169" y="103173"/>
              <a:ext cx="563073" cy="345129"/>
              <a:chOff x="5966724" y="782226"/>
              <a:chExt cx="833812" cy="511075"/>
            </a:xfrm>
          </p:grpSpPr>
          <p:sp>
            <p:nvSpPr>
              <p:cNvPr id="4695" name="Google Shape;4695;p173"/>
              <p:cNvSpPr/>
              <p:nvPr/>
            </p:nvSpPr>
            <p:spPr>
              <a:xfrm>
                <a:off x="5966724" y="782226"/>
                <a:ext cx="833812" cy="511075"/>
              </a:xfrm>
              <a:custGeom>
                <a:avLst/>
                <a:gdLst/>
                <a:ahLst/>
                <a:cxnLst/>
                <a:rect l="l" t="t" r="r" b="b"/>
                <a:pathLst>
                  <a:path w="1425320" h="873633" extrusionOk="0">
                    <a:moveTo>
                      <a:pt x="1243775" y="510445"/>
                    </a:moveTo>
                    <a:cubicBezTo>
                      <a:pt x="1235297" y="510445"/>
                      <a:pt x="1226915" y="511112"/>
                      <a:pt x="1218724" y="512159"/>
                    </a:cubicBezTo>
                    <a:cubicBezTo>
                      <a:pt x="1221105" y="498062"/>
                      <a:pt x="1222343" y="483584"/>
                      <a:pt x="1222343" y="468821"/>
                    </a:cubicBezTo>
                    <a:cubicBezTo>
                      <a:pt x="1222343" y="323945"/>
                      <a:pt x="1104900" y="206502"/>
                      <a:pt x="960025" y="206502"/>
                    </a:cubicBezTo>
                    <a:cubicBezTo>
                      <a:pt x="932498" y="206502"/>
                      <a:pt x="905923" y="210788"/>
                      <a:pt x="880967" y="218694"/>
                    </a:cubicBezTo>
                    <a:cubicBezTo>
                      <a:pt x="831533" y="90773"/>
                      <a:pt x="707517" y="0"/>
                      <a:pt x="562166" y="0"/>
                    </a:cubicBezTo>
                    <a:cubicBezTo>
                      <a:pt x="373380" y="0"/>
                      <a:pt x="220409" y="152972"/>
                      <a:pt x="220409" y="341757"/>
                    </a:cubicBezTo>
                    <a:cubicBezTo>
                      <a:pt x="220409" y="369761"/>
                      <a:pt x="223838" y="397002"/>
                      <a:pt x="230219" y="423005"/>
                    </a:cubicBezTo>
                    <a:cubicBezTo>
                      <a:pt x="228600" y="423005"/>
                      <a:pt x="226981" y="422910"/>
                      <a:pt x="225362" y="422910"/>
                    </a:cubicBezTo>
                    <a:cubicBezTo>
                      <a:pt x="100870" y="422910"/>
                      <a:pt x="0" y="523780"/>
                      <a:pt x="0" y="648272"/>
                    </a:cubicBezTo>
                    <a:cubicBezTo>
                      <a:pt x="0" y="772763"/>
                      <a:pt x="100870" y="873633"/>
                      <a:pt x="225362" y="873633"/>
                    </a:cubicBezTo>
                    <a:lnTo>
                      <a:pt x="1243775" y="873633"/>
                    </a:lnTo>
                    <a:cubicBezTo>
                      <a:pt x="1344073" y="873633"/>
                      <a:pt x="1425321" y="792290"/>
                      <a:pt x="1425321" y="692087"/>
                    </a:cubicBezTo>
                    <a:cubicBezTo>
                      <a:pt x="1425321" y="591884"/>
                      <a:pt x="1343978" y="510540"/>
                      <a:pt x="1243775" y="510540"/>
                    </a:cubicBezTo>
                    <a:close/>
                  </a:path>
                </a:pathLst>
              </a:custGeom>
              <a:solidFill>
                <a:srgbClr val="B5B3B3"/>
              </a:solidFill>
              <a:ln>
                <a:noFill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6" name="Google Shape;4696;p17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195317" y="938372"/>
                <a:ext cx="341968" cy="2657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5" name="Google Shape;4705;p173"/>
            <p:cNvGrpSpPr/>
            <p:nvPr/>
          </p:nvGrpSpPr>
          <p:grpSpPr>
            <a:xfrm>
              <a:off x="3209299" y="846786"/>
              <a:ext cx="409200" cy="409200"/>
              <a:chOff x="7584484" y="1848667"/>
              <a:chExt cx="409200" cy="409200"/>
            </a:xfrm>
          </p:grpSpPr>
          <p:sp>
            <p:nvSpPr>
              <p:cNvPr id="4706" name="Google Shape;4706;p173"/>
              <p:cNvSpPr/>
              <p:nvPr/>
            </p:nvSpPr>
            <p:spPr>
              <a:xfrm>
                <a:off x="7584484" y="1848667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07" name="Google Shape;4707;p173"/>
              <p:cNvPicPr preferRelativeResize="0"/>
              <p:nvPr/>
            </p:nvPicPr>
            <p:blipFill rotWithShape="1">
              <a:blip r:embed="rId3">
                <a:alphaModFix amt="70000"/>
              </a:blip>
              <a:srcRect/>
              <a:stretch/>
            </p:blipFill>
            <p:spPr>
              <a:xfrm>
                <a:off x="7631460" y="1895633"/>
                <a:ext cx="315270" cy="3152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8" name="Google Shape;4708;p173"/>
            <p:cNvGrpSpPr/>
            <p:nvPr/>
          </p:nvGrpSpPr>
          <p:grpSpPr>
            <a:xfrm>
              <a:off x="-136200" y="1223575"/>
              <a:ext cx="409200" cy="409200"/>
              <a:chOff x="4274152" y="743003"/>
              <a:chExt cx="409200" cy="409200"/>
            </a:xfrm>
          </p:grpSpPr>
          <p:sp>
            <p:nvSpPr>
              <p:cNvPr id="4709" name="Google Shape;4709;p173"/>
              <p:cNvSpPr/>
              <p:nvPr/>
            </p:nvSpPr>
            <p:spPr>
              <a:xfrm>
                <a:off x="4274152" y="743003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0" name="Google Shape;4710;p173"/>
              <p:cNvPicPr preferRelativeResize="0"/>
              <p:nvPr/>
            </p:nvPicPr>
            <p:blipFill rotWithShape="1">
              <a:blip r:embed="rId4">
                <a:alphaModFix amt="70000"/>
              </a:blip>
              <a:srcRect/>
              <a:stretch/>
            </p:blipFill>
            <p:spPr>
              <a:xfrm>
                <a:off x="4350257" y="819108"/>
                <a:ext cx="257011" cy="257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11" name="Google Shape;4711;p173"/>
            <p:cNvGrpSpPr/>
            <p:nvPr/>
          </p:nvGrpSpPr>
          <p:grpSpPr>
            <a:xfrm>
              <a:off x="8916458" y="1101510"/>
              <a:ext cx="409200" cy="409200"/>
              <a:chOff x="1528820" y="1234468"/>
              <a:chExt cx="409200" cy="409200"/>
            </a:xfrm>
          </p:grpSpPr>
          <p:sp>
            <p:nvSpPr>
              <p:cNvPr id="4712" name="Google Shape;4712;p173"/>
              <p:cNvSpPr/>
              <p:nvPr/>
            </p:nvSpPr>
            <p:spPr>
              <a:xfrm>
                <a:off x="1528820" y="1234468"/>
                <a:ext cx="409200" cy="40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13" name="Google Shape;4713;p173"/>
              <p:cNvPicPr preferRelativeResize="0"/>
              <p:nvPr/>
            </p:nvPicPr>
            <p:blipFill rotWithShape="1">
              <a:blip r:embed="rId10">
                <a:alphaModFix amt="70000"/>
              </a:blip>
              <a:srcRect/>
              <a:stretch/>
            </p:blipFill>
            <p:spPr>
              <a:xfrm>
                <a:off x="1606671" y="1313345"/>
                <a:ext cx="251470" cy="2514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0" name="Google Shape;4720;p173"/>
            <p:cNvGrpSpPr/>
            <p:nvPr/>
          </p:nvGrpSpPr>
          <p:grpSpPr>
            <a:xfrm>
              <a:off x="3156075" y="67045"/>
              <a:ext cx="404947" cy="404947"/>
              <a:chOff x="7631990" y="198628"/>
              <a:chExt cx="550200" cy="550200"/>
            </a:xfrm>
          </p:grpSpPr>
          <p:sp>
            <p:nvSpPr>
              <p:cNvPr id="4721" name="Google Shape;4721;p173"/>
              <p:cNvSpPr/>
              <p:nvPr/>
            </p:nvSpPr>
            <p:spPr>
              <a:xfrm>
                <a:off x="7631990" y="198628"/>
                <a:ext cx="550200" cy="55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1450" dist="19050" algn="bl" rotWithShape="0">
                  <a:srgbClr val="000000">
                    <a:alpha val="10000"/>
                  </a:srgbClr>
                </a:outerShdw>
              </a:effectLst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67"/>
              </a:p>
            </p:txBody>
          </p:sp>
          <p:pic>
            <p:nvPicPr>
              <p:cNvPr id="4722" name="Google Shape;4722;p173"/>
              <p:cNvPicPr preferRelativeResize="0"/>
              <p:nvPr/>
            </p:nvPicPr>
            <p:blipFill rotWithShape="1">
              <a:blip r:embed="rId7">
                <a:alphaModFix amt="70000"/>
              </a:blip>
              <a:srcRect/>
              <a:stretch/>
            </p:blipFill>
            <p:spPr>
              <a:xfrm>
                <a:off x="7716362" y="282994"/>
                <a:ext cx="381320" cy="3813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7" name="Google Shape;4727;p173"/>
            <p:cNvGrpSpPr/>
            <p:nvPr/>
          </p:nvGrpSpPr>
          <p:grpSpPr>
            <a:xfrm>
              <a:off x="10892805" y="895484"/>
              <a:ext cx="777028" cy="757179"/>
              <a:chOff x="10892805" y="895484"/>
              <a:chExt cx="777028" cy="757179"/>
            </a:xfrm>
          </p:grpSpPr>
          <p:grpSp>
            <p:nvGrpSpPr>
              <p:cNvPr id="4728" name="Google Shape;4728;p173"/>
              <p:cNvGrpSpPr/>
              <p:nvPr/>
            </p:nvGrpSpPr>
            <p:grpSpPr>
              <a:xfrm>
                <a:off x="10892805" y="895484"/>
                <a:ext cx="777028" cy="757179"/>
                <a:chOff x="10892805" y="895484"/>
                <a:chExt cx="777028" cy="757179"/>
              </a:xfrm>
            </p:grpSpPr>
            <p:grpSp>
              <p:nvGrpSpPr>
                <p:cNvPr id="4729" name="Google Shape;4729;p173"/>
                <p:cNvGrpSpPr/>
                <p:nvPr/>
              </p:nvGrpSpPr>
              <p:grpSpPr>
                <a:xfrm>
                  <a:off x="10892805" y="895484"/>
                  <a:ext cx="540429" cy="540429"/>
                  <a:chOff x="1412135" y="3086621"/>
                  <a:chExt cx="816852" cy="816852"/>
                </a:xfrm>
              </p:grpSpPr>
              <p:sp>
                <p:nvSpPr>
                  <p:cNvPr id="4730" name="Google Shape;4730;p173"/>
                  <p:cNvSpPr/>
                  <p:nvPr/>
                </p:nvSpPr>
                <p:spPr>
                  <a:xfrm>
                    <a:off x="1412135" y="3086621"/>
                    <a:ext cx="816852" cy="816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0453" h="3630453" extrusionOk="0">
                        <a:moveTo>
                          <a:pt x="0" y="990124"/>
                        </a:moveTo>
                        <a:cubicBezTo>
                          <a:pt x="0" y="443294"/>
                          <a:pt x="443294" y="0"/>
                          <a:pt x="990124" y="0"/>
                        </a:cubicBezTo>
                        <a:lnTo>
                          <a:pt x="2640330" y="0"/>
                        </a:lnTo>
                        <a:cubicBezTo>
                          <a:pt x="3187160" y="0"/>
                          <a:pt x="3630454" y="443294"/>
                          <a:pt x="3630454" y="990124"/>
                        </a:cubicBezTo>
                        <a:lnTo>
                          <a:pt x="3630454" y="2640330"/>
                        </a:lnTo>
                        <a:cubicBezTo>
                          <a:pt x="3630454" y="3187160"/>
                          <a:pt x="3187160" y="3630454"/>
                          <a:pt x="2640330" y="3630454"/>
                        </a:cubicBezTo>
                        <a:lnTo>
                          <a:pt x="990124" y="3630454"/>
                        </a:lnTo>
                        <a:cubicBezTo>
                          <a:pt x="443294" y="3630454"/>
                          <a:pt x="0" y="3187160"/>
                          <a:pt x="0" y="2640330"/>
                        </a:cubicBezTo>
                        <a:lnTo>
                          <a:pt x="0" y="9901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171450" dist="19050" algn="bl" rotWithShape="0">
                      <a:srgbClr val="000000">
                        <a:alpha val="10000"/>
                      </a:srgbClr>
                    </a:outerShdw>
                  </a:effectLst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/>
                  </a:p>
                </p:txBody>
              </p:sp>
              <p:sp>
                <p:nvSpPr>
                  <p:cNvPr id="4731" name="Google Shape;4731;p173"/>
                  <p:cNvSpPr/>
                  <p:nvPr/>
                </p:nvSpPr>
                <p:spPr>
                  <a:xfrm>
                    <a:off x="1795048" y="3213693"/>
                    <a:ext cx="204518" cy="207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8970" h="923543" extrusionOk="0">
                        <a:moveTo>
                          <a:pt x="455390" y="923544"/>
                        </a:moveTo>
                        <a:cubicBezTo>
                          <a:pt x="455390" y="669131"/>
                          <a:pt x="658273" y="462724"/>
                          <a:pt x="908971" y="461772"/>
                        </a:cubicBezTo>
                        <a:cubicBezTo>
                          <a:pt x="658273" y="460820"/>
                          <a:pt x="455390" y="254413"/>
                          <a:pt x="455390" y="0"/>
                        </a:cubicBezTo>
                        <a:lnTo>
                          <a:pt x="455390" y="0"/>
                        </a:lnTo>
                        <a:cubicBezTo>
                          <a:pt x="455390" y="254984"/>
                          <a:pt x="251555" y="461772"/>
                          <a:pt x="0" y="461772"/>
                        </a:cubicBezTo>
                        <a:cubicBezTo>
                          <a:pt x="251460" y="461772"/>
                          <a:pt x="455390" y="668560"/>
                          <a:pt x="455390" y="923544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2" name="Google Shape;4732;p173"/>
                  <p:cNvSpPr/>
                  <p:nvPr/>
                </p:nvSpPr>
                <p:spPr>
                  <a:xfrm>
                    <a:off x="1811273" y="3565961"/>
                    <a:ext cx="208762" cy="212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7830" h="942784" extrusionOk="0">
                        <a:moveTo>
                          <a:pt x="463010" y="0"/>
                        </a:moveTo>
                        <a:cubicBezTo>
                          <a:pt x="463010" y="259747"/>
                          <a:pt x="255842" y="470344"/>
                          <a:pt x="0" y="471392"/>
                        </a:cubicBezTo>
                        <a:cubicBezTo>
                          <a:pt x="255842" y="472345"/>
                          <a:pt x="463010" y="683038"/>
                          <a:pt x="463010" y="942784"/>
                        </a:cubicBezTo>
                        <a:lnTo>
                          <a:pt x="463010" y="942784"/>
                        </a:lnTo>
                        <a:cubicBezTo>
                          <a:pt x="463010" y="682466"/>
                          <a:pt x="671132" y="471392"/>
                          <a:pt x="927830" y="471392"/>
                        </a:cubicBezTo>
                        <a:cubicBezTo>
                          <a:pt x="671132" y="471392"/>
                          <a:pt x="463010" y="260318"/>
                          <a:pt x="463010" y="0"/>
                        </a:cubicBezTo>
                        <a:close/>
                      </a:path>
                    </a:pathLst>
                  </a:custGeom>
                  <a:solidFill>
                    <a:srgbClr val="FFA940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3" name="Google Shape;4733;p173"/>
                  <p:cNvSpPr/>
                  <p:nvPr/>
                </p:nvSpPr>
                <p:spPr>
                  <a:xfrm>
                    <a:off x="1547910" y="3335048"/>
                    <a:ext cx="339685" cy="345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9712" h="1533906" extrusionOk="0">
                        <a:moveTo>
                          <a:pt x="753428" y="0"/>
                        </a:moveTo>
                        <a:cubicBezTo>
                          <a:pt x="753428" y="422624"/>
                          <a:pt x="416433" y="765334"/>
                          <a:pt x="0" y="766953"/>
                        </a:cubicBezTo>
                        <a:cubicBezTo>
                          <a:pt x="416338" y="768572"/>
                          <a:pt x="753428" y="1111282"/>
                          <a:pt x="753428" y="1533906"/>
                        </a:cubicBezTo>
                        <a:lnTo>
                          <a:pt x="753428" y="1533906"/>
                        </a:lnTo>
                        <a:cubicBezTo>
                          <a:pt x="753428" y="1110329"/>
                          <a:pt x="1092041" y="766953"/>
                          <a:pt x="1509712" y="766953"/>
                        </a:cubicBezTo>
                        <a:cubicBezTo>
                          <a:pt x="1092041" y="766953"/>
                          <a:pt x="753428" y="423577"/>
                          <a:pt x="753428" y="0"/>
                        </a:cubicBezTo>
                        <a:close/>
                      </a:path>
                    </a:pathLst>
                  </a:custGeom>
                  <a:solidFill>
                    <a:srgbClr val="FFD9A8"/>
                  </a:solidFill>
                  <a:ln>
                    <a:noFill/>
                  </a:ln>
                </p:spPr>
                <p:txBody>
                  <a:bodyPr spcFirstLastPara="1" wrap="square" lIns="91400" tIns="45675" rIns="91400" bIns="45675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34" name="Google Shape;4734;p173"/>
                <p:cNvSpPr/>
                <p:nvPr/>
              </p:nvSpPr>
              <p:spPr>
                <a:xfrm>
                  <a:off x="11260633" y="1243463"/>
                  <a:ext cx="409200" cy="4092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171450" dist="1905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67"/>
                </a:p>
              </p:txBody>
            </p:sp>
          </p:grpSp>
          <p:pic>
            <p:nvPicPr>
              <p:cNvPr id="4735" name="Google Shape;4735;p173" descr="The image features a simple, modern, black speech bubble characterized by a bold, white filled circle, symbolizing a clear, concise message.&#10;&#10;AI-generated content may be incorrect."/>
              <p:cNvPicPr preferRelativeResize="0"/>
              <p:nvPr/>
            </p:nvPicPr>
            <p:blipFill rotWithShape="1">
              <a:blip r:embed="rId11">
                <a:alphaModFix amt="70000"/>
              </a:blip>
              <a:srcRect/>
              <a:stretch/>
            </p:blipFill>
            <p:spPr>
              <a:xfrm>
                <a:off x="11367203" y="1349529"/>
                <a:ext cx="194220" cy="1942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739" name="Google Shape;4739;p173"/>
          <p:cNvSpPr/>
          <p:nvPr/>
        </p:nvSpPr>
        <p:spPr>
          <a:xfrm rot="10800000" flipH="1">
            <a:off x="0" y="3780608"/>
            <a:ext cx="12192000" cy="3076500"/>
          </a:xfrm>
          <a:prstGeom prst="rect">
            <a:avLst/>
          </a:prstGeom>
          <a:gradFill>
            <a:gsLst>
              <a:gs pos="0">
                <a:srgbClr val="FFFFFF"/>
              </a:gs>
              <a:gs pos="31000">
                <a:srgbClr val="FFFFFF">
                  <a:alpha val="74902"/>
                </a:srgbClr>
              </a:gs>
              <a:gs pos="9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F6F6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0" name="Google Shape;4740;p173"/>
          <p:cNvSpPr/>
          <p:nvPr/>
        </p:nvSpPr>
        <p:spPr>
          <a:xfrm>
            <a:off x="1703575" y="2589913"/>
            <a:ext cx="8784900" cy="1919400"/>
          </a:xfrm>
          <a:prstGeom prst="roundRect">
            <a:avLst>
              <a:gd name="adj" fmla="val 16667"/>
            </a:avLst>
          </a:prstGeom>
          <a:solidFill>
            <a:srgbClr val="FFFFFF">
              <a:alpha val="63920"/>
            </a:srgbClr>
          </a:solidFill>
          <a:ln w="9525" cap="flat" cmpd="sng">
            <a:solidFill>
              <a:srgbClr val="FFA9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 0"/>
          <p:cNvSpPr/>
          <p:nvPr/>
        </p:nvSpPr>
        <p:spPr>
          <a:xfrm>
            <a:off x="1700784" y="2788920"/>
            <a:ext cx="8787384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00" b="1" kern="0" spc="-126">
                <a:solidFill>
                  <a:srgbClr val="0B2026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Thank </a:t>
            </a:r>
            <a:r>
              <a:rPr lang="en-US" sz="6300" b="1" kern="0" spc="-126">
                <a:solidFill>
                  <a:srgbClr val="FF3621"/>
                </a:solidFill>
                <a:latin typeface="DM Sans Black" pitchFamily="34" charset="0"/>
                <a:ea typeface="DM Sans Black" pitchFamily="34" charset="-122"/>
                <a:cs typeface="DM Sans Black" pitchFamily="34" charset="-120"/>
              </a:rPr>
              <a:t>you</a:t>
            </a:r>
            <a:endParaRPr lang="en-US" sz="6300"/>
          </a:p>
        </p:txBody>
      </p:sp>
      <p:sp>
        <p:nvSpPr>
          <p:cNvPr id="3" name="Text 1"/>
          <p:cNvSpPr/>
          <p:nvPr/>
        </p:nvSpPr>
        <p:spPr>
          <a:xfrm>
            <a:off x="2011680" y="3794760"/>
            <a:ext cx="81655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90000"/>
              </a:lnSpc>
            </a:pPr>
            <a:r>
              <a:rPr lang="en-US" sz="1100" err="1">
                <a:solidFill>
                  <a:srgbClr val="618794"/>
                </a:solidFill>
                <a:latin typeface="DM Mono"/>
                <a:ea typeface="DM Mono" pitchFamily="34" charset="-122"/>
                <a:cs typeface="DM Mono" pitchFamily="34" charset="-120"/>
              </a:rPr>
              <a:t>Diggibyte</a:t>
            </a:r>
            <a:r>
              <a:rPr lang="en-US" sz="1100">
                <a:solidFill>
                  <a:srgbClr val="618794"/>
                </a:solidFill>
                <a:latin typeface="DM Mono"/>
                <a:ea typeface="DM Mono" pitchFamily="34" charset="-122"/>
                <a:cs typeface="DM Mono" pitchFamily="34" charset="-120"/>
              </a:rPr>
              <a:t> Technologies · Databricks Center of Excellence · www.diggibyte.com</a:t>
            </a:r>
            <a:endParaRPr lang="en-US" sz="1100">
              <a:latin typeface="DM Mono"/>
            </a:endParaRPr>
          </a:p>
        </p:txBody>
      </p:sp>
      <p:pic>
        <p:nvPicPr>
          <p:cNvPr id="9040" name="Diggibyte Logo" descr="Diggibyte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7350" y="274320"/>
            <a:ext cx="1292962" cy="256032"/>
          </a:xfrm>
          <a:prstGeom prst="rect">
            <a:avLst/>
          </a:prstGeom>
        </p:spPr>
      </p:pic>
      <p:pic>
        <p:nvPicPr>
          <p:cNvPr id="9042" name="Databricks 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8489" y="6341364"/>
            <a:ext cx="1384663" cy="219456"/>
          </a:xfrm>
          <a:prstGeom prst="rect">
            <a:avLst/>
          </a:prstGeom>
        </p:spPr>
      </p:pic>
      <p:pic>
        <p:nvPicPr>
          <p:cNvPr id="9043" name="Genie Logo" descr="geni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95573"/>
            <a:ext cx="595237" cy="5952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bricks Theme: Light">
  <a:themeElements>
    <a:clrScheme name="Office">
      <a:dk1>
        <a:srgbClr val="0B2026"/>
      </a:dk1>
      <a:lt1>
        <a:srgbClr val="F9F7F4"/>
      </a:lt1>
      <a:dk2>
        <a:srgbClr val="FF5F46"/>
      </a:dk2>
      <a:lt2>
        <a:srgbClr val="EEEDE9"/>
      </a:lt2>
      <a:accent1>
        <a:srgbClr val="1B5162"/>
      </a:accent1>
      <a:accent2>
        <a:srgbClr val="00A972"/>
      </a:accent2>
      <a:accent3>
        <a:srgbClr val="98102A"/>
      </a:accent3>
      <a:accent4>
        <a:srgbClr val="FFAB00"/>
      </a:accent4>
      <a:accent5>
        <a:srgbClr val="618794"/>
      </a:accent5>
      <a:accent6>
        <a:srgbClr val="4299E0"/>
      </a:accent6>
      <a:hlink>
        <a:srgbClr val="FF362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2849</Words>
  <Application>Microsoft Macintosh PowerPoint</Application>
  <PresentationFormat>Widescreen</PresentationFormat>
  <Paragraphs>529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DM Sans</vt:lpstr>
      <vt:lpstr>DM Mono</vt:lpstr>
      <vt:lpstr>Arial</vt:lpstr>
      <vt:lpstr>DM Sans Medium</vt:lpstr>
      <vt:lpstr>DM Mono Medium</vt:lpstr>
      <vt:lpstr>DM Sans Black</vt:lpstr>
      <vt:lpstr>Databricks Theme: Light</vt:lpstr>
      <vt:lpstr>Databricks Genie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Nivethan Venkatachalam</cp:lastModifiedBy>
  <cp:revision>3</cp:revision>
  <dcterms:modified xsi:type="dcterms:W3CDTF">2026-10-22T22:42:27Z</dcterms:modified>
</cp:coreProperties>
</file>